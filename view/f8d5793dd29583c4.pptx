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83" d="100"/>
          <a:sy n="83" d="100"/>
        </p:scale>
        <p:origin x="65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יהודה טאוב" userId="80c2dbd02819b45c" providerId="LiveId" clId="{D85D580C-A01B-430D-9903-2660FE1B5A0F}"/>
    <pc:docChg chg="custSel modSld">
      <pc:chgData name="יהודה טאוב" userId="80c2dbd02819b45c" providerId="LiveId" clId="{D85D580C-A01B-430D-9903-2660FE1B5A0F}" dt="2025-01-20T02:35:32.617" v="19" actId="1076"/>
      <pc:docMkLst>
        <pc:docMk/>
      </pc:docMkLst>
      <pc:sldChg chg="modSp mod">
        <pc:chgData name="יהודה טאוב" userId="80c2dbd02819b45c" providerId="LiveId" clId="{D85D580C-A01B-430D-9903-2660FE1B5A0F}" dt="2025-01-20T02:33:03.493" v="9" actId="14100"/>
        <pc:sldMkLst>
          <pc:docMk/>
          <pc:sldMk cId="2961737094" sldId="256"/>
        </pc:sldMkLst>
        <pc:picChg chg="mod">
          <ac:chgData name="יהודה טאוב" userId="80c2dbd02819b45c" providerId="LiveId" clId="{D85D580C-A01B-430D-9903-2660FE1B5A0F}" dt="2025-01-20T02:33:03.493" v="9" actId="14100"/>
          <ac:picMkLst>
            <pc:docMk/>
            <pc:sldMk cId="2961737094" sldId="256"/>
            <ac:picMk id="4" creationId="{F35FB6F5-FD86-549F-78CC-CEAF24190672}"/>
          </ac:picMkLst>
        </pc:picChg>
      </pc:sldChg>
      <pc:sldChg chg="modSp mod">
        <pc:chgData name="יהודה טאוב" userId="80c2dbd02819b45c" providerId="LiveId" clId="{D85D580C-A01B-430D-9903-2660FE1B5A0F}" dt="2025-01-20T02:28:48.787" v="1" actId="14100"/>
        <pc:sldMkLst>
          <pc:docMk/>
          <pc:sldMk cId="3907336352" sldId="257"/>
        </pc:sldMkLst>
        <pc:picChg chg="mod">
          <ac:chgData name="יהודה טאוב" userId="80c2dbd02819b45c" providerId="LiveId" clId="{D85D580C-A01B-430D-9903-2660FE1B5A0F}" dt="2025-01-20T02:28:48.787" v="1" actId="14100"/>
          <ac:picMkLst>
            <pc:docMk/>
            <pc:sldMk cId="3907336352" sldId="257"/>
            <ac:picMk id="4" creationId="{A5FBA81C-1B7F-5AE1-CC7B-22395FC3180B}"/>
          </ac:picMkLst>
        </pc:picChg>
      </pc:sldChg>
      <pc:sldChg chg="modSp mod">
        <pc:chgData name="יהודה טאוב" userId="80c2dbd02819b45c" providerId="LiveId" clId="{D85D580C-A01B-430D-9903-2660FE1B5A0F}" dt="2025-01-20T02:29:14.226" v="3" actId="14100"/>
        <pc:sldMkLst>
          <pc:docMk/>
          <pc:sldMk cId="3123705511" sldId="258"/>
        </pc:sldMkLst>
        <pc:picChg chg="mod">
          <ac:chgData name="יהודה טאוב" userId="80c2dbd02819b45c" providerId="LiveId" clId="{D85D580C-A01B-430D-9903-2660FE1B5A0F}" dt="2025-01-20T02:29:14.226" v="3" actId="14100"/>
          <ac:picMkLst>
            <pc:docMk/>
            <pc:sldMk cId="3123705511" sldId="258"/>
            <ac:picMk id="4" creationId="{A5FA881A-17CD-547C-9EBC-97EDEFC6FF1F}"/>
          </ac:picMkLst>
        </pc:picChg>
      </pc:sldChg>
      <pc:sldChg chg="modSp mod">
        <pc:chgData name="יהודה טאוב" userId="80c2dbd02819b45c" providerId="LiveId" clId="{D85D580C-A01B-430D-9903-2660FE1B5A0F}" dt="2025-01-20T02:29:40.714" v="5" actId="14100"/>
        <pc:sldMkLst>
          <pc:docMk/>
          <pc:sldMk cId="2998292435" sldId="259"/>
        </pc:sldMkLst>
        <pc:picChg chg="mod">
          <ac:chgData name="יהודה טאוב" userId="80c2dbd02819b45c" providerId="LiveId" clId="{D85D580C-A01B-430D-9903-2660FE1B5A0F}" dt="2025-01-20T02:29:40.714" v="5" actId="14100"/>
          <ac:picMkLst>
            <pc:docMk/>
            <pc:sldMk cId="2998292435" sldId="259"/>
            <ac:picMk id="4" creationId="{13868DB6-260C-F2A9-CDE6-0659BCF2356B}"/>
          </ac:picMkLst>
        </pc:picChg>
      </pc:sldChg>
      <pc:sldChg chg="delSp modSp mod">
        <pc:chgData name="יהודה טאוב" userId="80c2dbd02819b45c" providerId="LiveId" clId="{D85D580C-A01B-430D-9903-2660FE1B5A0F}" dt="2025-01-20T02:33:41.878" v="13" actId="14100"/>
        <pc:sldMkLst>
          <pc:docMk/>
          <pc:sldMk cId="1034125589" sldId="260"/>
        </pc:sldMkLst>
        <pc:picChg chg="del mod">
          <ac:chgData name="יהודה טאוב" userId="80c2dbd02819b45c" providerId="LiveId" clId="{D85D580C-A01B-430D-9903-2660FE1B5A0F}" dt="2025-01-20T02:33:26.943" v="10" actId="21"/>
          <ac:picMkLst>
            <pc:docMk/>
            <pc:sldMk cId="1034125589" sldId="260"/>
            <ac:picMk id="4" creationId="{D2C62120-44DB-FFD5-C4CB-5829AA10BA0D}"/>
          </ac:picMkLst>
        </pc:picChg>
        <pc:picChg chg="mod">
          <ac:chgData name="יהודה טאוב" userId="80c2dbd02819b45c" providerId="LiveId" clId="{D85D580C-A01B-430D-9903-2660FE1B5A0F}" dt="2025-01-20T02:33:41.878" v="13" actId="14100"/>
          <ac:picMkLst>
            <pc:docMk/>
            <pc:sldMk cId="1034125589" sldId="260"/>
            <ac:picMk id="5" creationId="{C5AD49B1-503B-5F3D-3155-7EAACC8E304F}"/>
          </ac:picMkLst>
        </pc:picChg>
      </pc:sldChg>
      <pc:sldChg chg="modSp mod">
        <pc:chgData name="יהודה טאוב" userId="80c2dbd02819b45c" providerId="LiveId" clId="{D85D580C-A01B-430D-9903-2660FE1B5A0F}" dt="2025-01-20T02:34:32.649" v="15" actId="14100"/>
        <pc:sldMkLst>
          <pc:docMk/>
          <pc:sldMk cId="2187186400" sldId="261"/>
        </pc:sldMkLst>
        <pc:picChg chg="mod">
          <ac:chgData name="יהודה טאוב" userId="80c2dbd02819b45c" providerId="LiveId" clId="{D85D580C-A01B-430D-9903-2660FE1B5A0F}" dt="2025-01-20T02:34:32.649" v="15" actId="14100"/>
          <ac:picMkLst>
            <pc:docMk/>
            <pc:sldMk cId="2187186400" sldId="261"/>
            <ac:picMk id="4" creationId="{8521AAFA-E0F5-50F6-9972-E362BCA70AFC}"/>
          </ac:picMkLst>
        </pc:picChg>
      </pc:sldChg>
      <pc:sldChg chg="modSp mod">
        <pc:chgData name="יהודה טאוב" userId="80c2dbd02819b45c" providerId="LiveId" clId="{D85D580C-A01B-430D-9903-2660FE1B5A0F}" dt="2025-01-20T02:33:32.733" v="11" actId="1076"/>
        <pc:sldMkLst>
          <pc:docMk/>
          <pc:sldMk cId="2157368553" sldId="262"/>
        </pc:sldMkLst>
        <pc:picChg chg="mod">
          <ac:chgData name="יהודה טאוב" userId="80c2dbd02819b45c" providerId="LiveId" clId="{D85D580C-A01B-430D-9903-2660FE1B5A0F}" dt="2025-01-20T02:33:32.733" v="11" actId="1076"/>
          <ac:picMkLst>
            <pc:docMk/>
            <pc:sldMk cId="2157368553" sldId="262"/>
            <ac:picMk id="4" creationId="{C3414C9A-0E7E-B4BF-8855-FFA51382F072}"/>
          </ac:picMkLst>
        </pc:picChg>
      </pc:sldChg>
      <pc:sldChg chg="modSp mod">
        <pc:chgData name="יהודה טאוב" userId="80c2dbd02819b45c" providerId="LiveId" clId="{D85D580C-A01B-430D-9903-2660FE1B5A0F}" dt="2025-01-20T02:35:32.617" v="19" actId="1076"/>
        <pc:sldMkLst>
          <pc:docMk/>
          <pc:sldMk cId="1108165274" sldId="263"/>
        </pc:sldMkLst>
        <pc:picChg chg="mod modCrop">
          <ac:chgData name="יהודה טאוב" userId="80c2dbd02819b45c" providerId="LiveId" clId="{D85D580C-A01B-430D-9903-2660FE1B5A0F}" dt="2025-01-20T02:35:32.617" v="19" actId="1076"/>
          <ac:picMkLst>
            <pc:docMk/>
            <pc:sldMk cId="1108165274" sldId="263"/>
            <ac:picMk id="5" creationId="{38E412A7-8E6C-9003-1959-44B78C21668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DFB7A40-B8AC-B86A-EE4A-D3E8CFB94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EE99FCF2-F7E6-F785-43ED-056EF3E63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AECBB2C-EC92-0082-4774-4AFA43FD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1100032-7221-1816-5020-A4FABCC1A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3061E7A-85FA-B3D5-77A3-7D42B36C7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527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C557DB-2C67-EE9F-09B6-959A1811D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814EA0F-4005-EA3D-3A15-9BB4A68DE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4DDD322-287E-8F77-9BED-F430C2D3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C1C7843-3AC2-FAF1-7AE6-22442F52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633E0D8-45F3-E568-DD09-56319E1A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94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EEF49C-9DB1-DC8B-F792-7C2C63AB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0997804-A482-705A-AFD7-59280B838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A95230-8344-1721-E908-A7180F214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E238AC4-011B-5996-3802-7F00A4A6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321D735-7A9F-9E3D-7CDF-1025A7D3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0106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03F6D5-C301-DECC-A661-BED1F399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2610BDA-0B57-5B60-7747-199A930E4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413BEDA-1241-9382-819C-8CDED3D46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DFB8C3E-3C38-4BC5-693A-8496E7E6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782CFCB-CFE2-EED7-0786-379108D0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FC9AD53-39E9-EC60-F105-B9B11CFA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5041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B9552A-16C9-6BC0-A474-059DC946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CE9FBB0-2A5E-C9A1-EE41-B8A88B5CD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4C06E89-8D3A-72D2-0D06-F87C08B6D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5CD93AD-6487-8B00-C475-8EB79662F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F0B9B23-CAA5-C701-1635-B6F733594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8751F68-F2C6-5FBF-0F76-746B225F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808411D-A6DE-BA32-C170-784A499E0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0F0A7F5-FF12-7BDC-AE83-613AD018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39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650E8C1-55B3-9FAA-285B-DE69D8BA9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C857B84-4805-9B70-F200-DF40BFEED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FC81D39-0F51-034F-63C2-FE4D38BC3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B08D237-D850-0A91-1720-73A4623B0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818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7F70AE50-A428-6D13-EB42-98F3C71B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E622ED9-9157-A73B-07A7-752D735E7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D4F93B2-BC8A-4A76-BE62-5C42B5D8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7175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9633B2-CA05-4A9A-69F6-CD1423102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165BF39-0587-FBD5-887C-A8F971D26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9E418BF-1852-0AD3-9FCE-EA52812B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01519EE-56F4-911D-E725-ED171B847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77E8966-823D-E8B6-1131-3C994189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76F30E0-463D-DA06-0663-D88959C30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0837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A432E0-B17E-FD24-8C11-7B56641B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84E699F-D3E0-1BEC-DDEF-C134F2E07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B2D49C3-62F1-4521-9BB1-064AB6535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4E86F7C-F310-4A41-9B77-460B7AEBB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32EAD75-57FD-11AD-D364-5D2592ADA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1660EF9-4407-F387-37B1-901A5C4E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922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A6E381-0B80-C8BF-05FB-28831D748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994FF4F-21A2-6412-63F9-7ED41244C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5460593-FDB9-6B39-FA03-F8E8F08A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9238194-1731-06A8-783D-22E5A49E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E8494A4-1370-4A3F-32C3-D0D556E8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0143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6D85B0F-BCC6-AF04-1543-07DFC90DC6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8C5AD6B-CA5B-4C3F-584F-D0D9525BD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7ECB05E-4C1F-A371-F03D-8DCBECC69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5A75CE9-D83F-6659-9502-69DB398B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5ED6B9-3DB6-CB60-17CE-D5A98212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8728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כותר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F88D0CE-16BB-C1A3-104A-1CD92E16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C89DDF8-3EE4-1E81-D72F-5643B7731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3E2F846-CAF3-2196-D4E3-3D0F9D30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5BE2CF2-2535-129D-1879-E0B15C398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2655E8F-2B70-D516-5683-D97D2629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7287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8D39E74D-817B-D700-E5D6-9B86DD769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AAA00C5-6C6F-9CD6-F58E-13E7B43B7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A3005F1-9DAA-08E0-D17B-B984F9618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15542-10CF-4EB9-A159-779253F0A097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AF7A761-3621-0AC4-6F91-F9E473723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4798E22-2923-EEFD-9480-09452CC9D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8B7B48-57DA-44B5-8ADD-C5365D5C4AF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708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04857B-616B-3C05-78D2-A0983B33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800" dirty="0">
                <a:solidFill>
                  <a:srgbClr val="000080"/>
                </a:solidFill>
                <a:latin typeface="David" panose="020E0502060401010101" pitchFamily="34" charset="-79"/>
              </a:rPr>
              <a:t>למידה מתוך התנסות אישית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96DC256-BA74-E687-0CB7-41755D821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מלמידה פסיבית ללמידה אקטיבית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F35FB6F5-FD86-549F-78CC-CEAF24190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95636" cy="549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37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C07A46-2D89-FA84-3FC3-45B22DBB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התפיסה המסורתית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FB6A056-DBCE-6AA0-6DC1-F4888FE7F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קבלת ידע מאחרים (רבנים, ספרים)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התלמיד כמקבל מידע פסיבי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הצלחה = יכולת לחזור על החומר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דגש על כמות הידע הנרכש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A5FBA81C-1B7F-5AE1-CC7B-22395FC31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75564" cy="537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3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42731A-7148-CBA4-778A-0EBFE6A6B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החידוש בהבנת הלמידה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84D2BD7-3333-EF71-C25B-2EE8EBE1D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שלושת רמות הידע: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חכמה - מה שלומדים מאחרים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בינה - התבוננות ופירוט לפרטים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דעת - בחינת החכמה במבחן החיים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A5FA881A-17CD-547C-9EBC-97EDEFC6F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0145" cy="532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0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B2A221-52D3-2122-F344-5F4F589BC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תהליך הלמידה האמיתי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2E15A49-C08D-D556-3019-F2DC85901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1. קבלת ידע ראשוני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2. בחינה בחיים האישיים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3. התמודדות עם שאלות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4. מציאת תשובות מהניסיון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5. הפיכת הידע למשהו אישי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13868DB6-260C-F2A9-CDE6-0659BCF2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13236" cy="661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92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18C1F6-1BCE-5911-EF9A-5F5F423F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המחברת האישית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DF483CA-0E33-7AE1-377F-1EAD8292D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כלי מעשי ללמידה: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כתיבה יומית של תובנות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חיבור הידע לחיים האישיים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הוצאת מסקנות מההתנסות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למידה מהניסיון העצמי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5AD49B1-503B-5F3D-3155-7EAACC8E3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54618" cy="635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25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70F3A8-9C64-C19A-F6B3-A2C55747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העיקרון המרכזי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1F2D9BB-1C96-8A3C-BB2B-EFB8E6AE3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"למידה זה עשיה, לא עשית לא למדת"</a:t>
            </a:r>
          </a:p>
          <a:p>
            <a:endParaRPr lang="he-IL" sz="3200" dirty="0">
              <a:solidFill>
                <a:srgbClr val="000000"/>
              </a:solidFill>
              <a:latin typeface="David" panose="020E0502060401010101" pitchFamily="34" charset="-79"/>
            </a:endParaRP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לא מספיק: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להבין בשכל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לדעת להסביר</a:t>
            </a:r>
          </a:p>
          <a:p>
            <a:endParaRPr lang="he-IL" sz="3200" dirty="0">
              <a:solidFill>
                <a:srgbClr val="000000"/>
              </a:solidFill>
              <a:latin typeface="David" panose="020E0502060401010101" pitchFamily="34" charset="-79"/>
            </a:endParaRP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צריך: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להתנסות בפועל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להפוך לחלק ממך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521AAFA-E0F5-50F6-9972-E362BCA70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4655" cy="514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86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A304CC-FF2D-2255-340A-E94034743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סיכום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33DEE9E-CF29-4770-69B6-E7E64231A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המעבר מ: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למידה פסיבית של קבלת ידע</a:t>
            </a:r>
          </a:p>
          <a:p>
            <a:endParaRPr lang="he-IL" sz="3200">
              <a:solidFill>
                <a:srgbClr val="000000"/>
              </a:solidFill>
              <a:latin typeface="David" panose="020E0502060401010101" pitchFamily="34" charset="-79"/>
            </a:endParaRP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אל: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למידה אקטיבית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התנסות אישית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עיבוד והפנמה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חיבור למציאות החיים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C3414C9A-0E7E-B4BF-8855-FFA51382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69687" cy="61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6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תרשים, קו, צילום מסך&#10;&#10;התיאור נוצר באופן אוטומטי">
            <a:extLst>
              <a:ext uri="{FF2B5EF4-FFF2-40B4-BE49-F238E27FC236}">
                <a16:creationId xmlns:a16="http://schemas.microsoft.com/office/drawing/2014/main" id="{38E412A7-8E6C-9003-1959-44B78C216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8"/>
          <a:stretch/>
        </p:blipFill>
        <p:spPr>
          <a:xfrm>
            <a:off x="803564" y="0"/>
            <a:ext cx="10328685" cy="639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16527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171</Words>
  <Application>Microsoft Office PowerPoint</Application>
  <PresentationFormat>מסך רחב</PresentationFormat>
  <Paragraphs>43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David</vt:lpstr>
      <vt:lpstr>ערכת נושא Office</vt:lpstr>
      <vt:lpstr>למידה מתוך התנסות אישית</vt:lpstr>
      <vt:lpstr>התפיסה המסורתית</vt:lpstr>
      <vt:lpstr>החידוש בהבנת הלמידה</vt:lpstr>
      <vt:lpstr>תהליך הלמידה האמיתי</vt:lpstr>
      <vt:lpstr>המחברת האישית</vt:lpstr>
      <vt:lpstr>העיקרון המרכזי</vt:lpstr>
      <vt:lpstr>סיכום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יהודה טאוב</dc:creator>
  <cp:lastModifiedBy>יהודה טאוב</cp:lastModifiedBy>
  <cp:revision>4</cp:revision>
  <dcterms:created xsi:type="dcterms:W3CDTF">2025-01-20T02:13:43Z</dcterms:created>
  <dcterms:modified xsi:type="dcterms:W3CDTF">2026-10-15T18:05:27Z</dcterms:modified>
</cp:coreProperties>
</file>