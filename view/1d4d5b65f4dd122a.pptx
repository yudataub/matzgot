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  <p:sldMasterId id="2147483652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389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הודה טאוב" userId="80c2dbd02819b45c" providerId="LiveId" clId="{CB4DD6E3-30FA-4B24-91FB-E241383500A0}"/>
    <pc:docChg chg="modSld">
      <pc:chgData name="יהודה טאוב" userId="80c2dbd02819b45c" providerId="LiveId" clId="{CB4DD6E3-30FA-4B24-91FB-E241383500A0}" dt="2025-01-22T13:57:16.735" v="1"/>
      <pc:docMkLst>
        <pc:docMk/>
      </pc:docMkLst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56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56"/>
            <ac:picMk id="6" creationId="{8F4DA720-7B22-9D1A-B6F8-FFA27F55010C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57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57"/>
            <ac:picMk id="6" creationId="{64987C43-8532-2FE9-0BF2-67B99E3C8AFD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58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58"/>
            <ac:picMk id="6" creationId="{2ED15F42-FC74-7768-F597-9865BE409232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59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59"/>
            <ac:picMk id="6" creationId="{1806E978-428C-37F3-EC2C-23E65AFD4B84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60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60"/>
            <ac:picMk id="6" creationId="{8F849D87-4BAE-BFED-1834-216BCB7D96AE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61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61"/>
            <ac:picMk id="6" creationId="{F6EE8AA1-7591-877A-22FF-67B11AFA3662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62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62"/>
            <ac:picMk id="6" creationId="{04DB761B-D970-9C8F-6241-91BD94984813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63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63"/>
            <ac:picMk id="6" creationId="{C893F6B2-845A-EB7C-037A-22C81D5D8BE3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64"/>
        </pc:sldMkLst>
        <pc:picChg chg="del">
          <ac:chgData name="יהודה טאוב" userId="80c2dbd02819b45c" providerId="LiveId" clId="{CB4DD6E3-30FA-4B24-91FB-E241383500A0}" dt="2025-01-22T13:57:16.735" v="1"/>
          <ac:picMkLst>
            <pc:docMk/>
            <pc:sldMk cId="0" sldId="264"/>
            <ac:picMk id="6" creationId="{D7C01A2B-31F4-8C73-4B53-398C39FD0AFF}"/>
          </ac:picMkLst>
        </pc:picChg>
      </pc:sldChg>
      <pc:sldChg chg="delSp modTransition modAnim">
        <pc:chgData name="יהודה טאוב" userId="80c2dbd02819b45c" providerId="LiveId" clId="{CB4DD6E3-30FA-4B24-91FB-E241383500A0}" dt="2025-01-22T13:57:16.735" v="1"/>
        <pc:sldMkLst>
          <pc:docMk/>
          <pc:sldMk cId="0" sldId="265"/>
        </pc:sldMkLst>
        <pc:picChg chg="del">
          <ac:chgData name="יהודה טאוב" userId="80c2dbd02819b45c" providerId="LiveId" clId="{CB4DD6E3-30FA-4B24-91FB-E241383500A0}" dt="2025-01-22T13:57:11.681" v="0"/>
          <ac:picMkLst>
            <pc:docMk/>
            <pc:sldMk cId="0" sldId="265"/>
            <ac:picMk id="6" creationId="{3DA79015-DE8C-981B-C192-57A6767A3208}"/>
          </ac:picMkLst>
        </pc:picChg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66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67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68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69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70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71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72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73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74"/>
        </pc:sldMkLst>
      </pc:sldChg>
      <pc:sldChg chg="modTransition">
        <pc:chgData name="יהודה טאוב" userId="80c2dbd02819b45c" providerId="LiveId" clId="{CB4DD6E3-30FA-4B24-91FB-E241383500A0}" dt="2025-01-22T13:57:16.735" v="1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77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rtl="1">
              <a:buNone/>
              <a:defRPr lang="en-US" sz="36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rtl="1">
              <a:buNone/>
              <a:defRPr lang="en-US" sz="24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en-US" sz="18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35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036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rtl="1">
              <a:buNone/>
              <a:defRPr lang="en-US" sz="24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en-US" sz="18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1212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65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לא בשמים היא: </a:t>
            </a:r>
            <a:br>
              <a:rPr lang="en-US" sz="3600" dirty="0">
                <a:solidFill>
                  <a:srgbClr val="000000"/>
                </a:solidFill>
              </a:rPr>
            </a:br>
            <a:r>
              <a:rPr lang="en-US" sz="3600" dirty="0" err="1">
                <a:solidFill>
                  <a:srgbClr val="000000"/>
                </a:solidFill>
              </a:rPr>
              <a:t>על</a:t>
            </a:r>
            <a:r>
              <a:rPr lang="en-US" sz="3600" dirty="0">
                <a:solidFill>
                  <a:srgbClr val="000000"/>
                </a:solidFill>
              </a:rPr>
              <a:t> הכרעת הלכה בעידן הבינה המלאכותית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9ECAD68-9CCD-8DD1-AB8F-40AC17FE9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4673"/>
            <a:ext cx="3058827" cy="3058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מהי הדילמה?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התקדמות טכנולוגית מעלה שאלות חדשות בעולם ההלכה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האם מותר להסתמך על בינה מלאכותית בפסיקת הלכה?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מה המשמעות של "לא בשמים היא" בעידן הדיגיטלי?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6E6621D-12C5-E19E-1173-0E1248070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53986"/>
            <a:ext cx="3189514" cy="31895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העיקרון המנחה: לא בשמים היא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מקור: ספר דברים פרק ל', פסוק י"ב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משמעות: התורה ניתנה לבני אדם ולא למלאכים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הכרעת ההלכה נמסרה לחכמי ישראל בלבד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אפילו בת קול משמים אינה יכולה להכריע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EBA207A-B650-1F14-84D6-3989F0596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2056"/>
            <a:ext cx="3561443" cy="35614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תנורו של עכנאי - המקרה המכונן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סיפור מפורסם מהתלמוד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רבי אליעזר מול חכמים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נסים ומופתים מול שכל אנושי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התוצאה: "לא בשמים היא" - אפילו כנגד בת קול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לקח: הכרעה הלכתית שייכת לבני אדם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3F0A65B-E124-011F-76FA-419AFB109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6250"/>
            <a:ext cx="3397250" cy="3397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מורכבות ההלכה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ההלכה אינה מערכת בינארית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דורשת שיקול דעת והבנה עמוקה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מרכיבים בהכרעה הלכתית: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הבנת המציאות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שיקול דעת אנושי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אחריות מוסרית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A7D37DB-0CD1-ECC3-669B-E581BBB10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664" y="1913164"/>
            <a:ext cx="3230336" cy="3230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מגבלות הבינה המלאכותית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מבוססת על אלגוריתמים בלבד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חסרה הבנה אמיתית של המציאות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אין יכולת להבין את רוח התורה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נעדרת אחריות מוסרית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אין מימד נשמתי בהחלטותיה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7C783AB-FA70-2733-96FB-D9C01F5E8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6586"/>
            <a:ext cx="3976914" cy="3976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דוגמה מעשית: בדיקת ספר תורה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המסורת: תינוקות של בית רבן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היתרון הטכני של המחשב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למה בכל זאת לא מספיק?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חשיבות המגע האנושי בקדושה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DAE1532-5637-4AE5-AF8D-DD82092F8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07" y="1136650"/>
            <a:ext cx="4006850" cy="4006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משמעות עמוקה: רצון התורה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האדם כשותף פעיל בתורה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ערך הטעות האנושית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"אלו ואלו דברי אלוקים חיים"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חשיבות ריבוי הדעות בתורה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A815A23-91BC-4CE2-F006-7035E48DB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4914"/>
            <a:ext cx="3198586" cy="3198586"/>
          </a:xfrm>
          <a:prstGeom prst="rect">
            <a:avLst/>
          </a:prstGeom>
          <a:solidFill>
            <a:srgbClr val="FFFF00"/>
          </a:solidFill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השימוש הנכון בטכנולוגיה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כלי עזר - כן: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איסוף מידע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ניתוח נתונים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800" dirty="0" err="1">
                <a:solidFill>
                  <a:srgbClr val="000000"/>
                </a:solidFill>
              </a:rPr>
              <a:t>תמיכה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err="1">
                <a:solidFill>
                  <a:srgbClr val="000000"/>
                </a:solidFill>
              </a:rPr>
              <a:t>בלמידה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מכריע סופי - לא: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ההכרעה חייבת להישאר אנושית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02D175F-C52A-6314-1CD4-6D1BE145C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829" y="3064329"/>
            <a:ext cx="2079171" cy="2079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סיכום ומסקנות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התורה ניתנה לבני אדם במכוון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חשיבות השיקול האנושי בהלכה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טכנולוגיה ככלי עזר בלבד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המשך מסורת "לא בשמים היא"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שילוב נכון בין קדמה ומסורת</a:t>
            </a:r>
            <a:endParaRPr lang="en-US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0E1BBB6-7961-E95C-DD9D-BA8CA18DA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679"/>
            <a:ext cx="3469821" cy="34698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איסור השימוש בבינה מלאכותית: היבטים הלכתיים ורוחניים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מבוא והגדרת הנושא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בינה מלאכותית - מערכת ממוחשבת המדמה חשיבה אנושית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השפעתה על עולם התורה והיהדות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חשיבות הדיון ההלכתי בנושא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סקירת עמדת גדולי ישראל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איסורים הלכתיים מפורשים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דעת גדולי ישראל מכל החוגים והעדות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תוקף האיסור כדין דרבנן מחייב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השוואה לתקנות לשכת הגזית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איסור "ונשמרתם מאוד לנפשותיכם"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הסכנה הרוחנית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תחליף שטחי לחשיבה מעמיקה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הרגל לקבלת תשובות מיידיות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פגיעה בעמל התורה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איבוד יכולת הפיתוח האישי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פגיעה במסורת התורה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חשיבות הקשר רב-תלמיד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העברת המסורת מדור לדור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אובדן הניואנסים העדינים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חסרון החיות והעומק במסורת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חילול השם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משמעות השימוש נגד דעת תורה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השפעה על הציבור הרחב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זלזול בסמכות רבנית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אחריות אישית וציבורית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קדושת המחשבה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השפעת תכנים זרים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חשיבות טהרת המחשבה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סכנת החשיפה לתכנים שליליים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שמירה על טהרת הנפש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אובדן האותנטיות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חשיבות פיתוח חשיבה עצמאית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סכנת התלות בתשובות מוכנות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אובדן הקול הפנימי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חשיבות היצירתיות האישית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הנחיות מעשיות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שימוש מוגבל ומבוקר בלבד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הנחיות רבניות ברורות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מערכות הגנה וסינון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שמירה על לימוד מסורתי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סיכום והמלצות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חיזוק הקשר למקורות המסורתיים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התמקדות בלימוד תורה מעמיק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שמירת הקשר עם מורי דרך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דרכים לפיתוח רוחני אותנטי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454</Words>
  <Application>Microsoft Office PowerPoint</Application>
  <PresentationFormat>‫הצגה על המסך (16:9)</PresentationFormat>
  <Paragraphs>118</Paragraphs>
  <Slides>20</Slides>
  <Notes>20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1_Office Theme</vt:lpstr>
      <vt:lpstr>לא בשמים היא:  על הכרעת הלכה בעידן הבינה המלאכותית</vt:lpstr>
      <vt:lpstr>מהי הדילמה?</vt:lpstr>
      <vt:lpstr>העיקרון המנחה: לא בשמים היא</vt:lpstr>
      <vt:lpstr>תנורו של עכנאי - המקרה המכונן</vt:lpstr>
      <vt:lpstr>מורכבות ההלכה</vt:lpstr>
      <vt:lpstr>מגבלות הבינה המלאכותית</vt:lpstr>
      <vt:lpstr>דוגמה מעשית: בדיקת ספר תורה</vt:lpstr>
      <vt:lpstr>משמעות עמוקה: רצון התורה</vt:lpstr>
      <vt:lpstr>השימוש הנכון בטכנולוגיה</vt:lpstr>
      <vt:lpstr>סיכום ומסקנות</vt:lpstr>
      <vt:lpstr>איסור השימוש בבינה מלאכותית: היבטים הלכתיים ורוחניים</vt:lpstr>
      <vt:lpstr>מבוא והגדרת הנושא</vt:lpstr>
      <vt:lpstr>איסורים הלכתיים מפורשים</vt:lpstr>
      <vt:lpstr>הסכנה הרוחנית</vt:lpstr>
      <vt:lpstr>פגיעה במסורת התורה</vt:lpstr>
      <vt:lpstr>חילול השם</vt:lpstr>
      <vt:lpstr>קדושת המחשבה</vt:lpstr>
      <vt:lpstr>אובדן האותנטיות</vt:lpstr>
      <vt:lpstr>הנחיות מעשיות</vt:lpstr>
      <vt:lpstr>סיכום והמלצות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לא בשמים היא: על הכרעת הלכה בעידן הבינה המלאכותית</dc:title>
  <dc:subject>PptxGenJS Presentation</dc:subject>
  <dc:creator>PptxGenJS</dc:creator>
  <cp:lastModifiedBy>יהודה טאוב</cp:lastModifiedBy>
  <cp:revision>4</cp:revision>
  <dcterms:created xsi:type="dcterms:W3CDTF">2025-01-22T06:02:23Z</dcterms:created>
  <dcterms:modified xsi:type="dcterms:W3CDTF">2026-10-15T18:05:27Z</dcterms:modified>
</cp:coreProperties>
</file>