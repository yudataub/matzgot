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08" r:id="rId1"/>
  </p:sldMasterIdLst>
  <p:sldIdLst>
    <p:sldId id="256" r:id="rId2"/>
    <p:sldId id="257" r:id="rId3"/>
    <p:sldId id="259" r:id="rId4"/>
    <p:sldId id="258" r:id="rId5"/>
  </p:sldIdLst>
  <p:sldSz cx="6335713" cy="8999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CB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013" autoAdjust="0"/>
    <p:restoredTop sz="94660"/>
  </p:normalViewPr>
  <p:slideViewPr>
    <p:cSldViewPr snapToGrid="0">
      <p:cViewPr varScale="1">
        <p:scale>
          <a:sx n="63" d="100"/>
          <a:sy n="63" d="100"/>
        </p:scale>
        <p:origin x="1843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יהודה טאוב" userId="80c2dbd02819b45c" providerId="LiveId" clId="{F2475FCC-A849-438A-A101-2999CEC3EBD0}"/>
    <pc:docChg chg="undo redo custSel addSld delSld modSld">
      <pc:chgData name="יהודה טאוב" userId="80c2dbd02819b45c" providerId="LiveId" clId="{F2475FCC-A849-438A-A101-2999CEC3EBD0}" dt="2025-01-27T09:22:18.059" v="35" actId="478"/>
      <pc:docMkLst>
        <pc:docMk/>
      </pc:docMkLst>
      <pc:sldChg chg="addSp delSp modSp mod">
        <pc:chgData name="יהודה טאוב" userId="80c2dbd02819b45c" providerId="LiveId" clId="{F2475FCC-A849-438A-A101-2999CEC3EBD0}" dt="2025-01-27T09:22:18.059" v="35" actId="478"/>
        <pc:sldMkLst>
          <pc:docMk/>
          <pc:sldMk cId="3464907886" sldId="257"/>
        </pc:sldMkLst>
        <pc:spChg chg="add mod">
          <ac:chgData name="יהודה טאוב" userId="80c2dbd02819b45c" providerId="LiveId" clId="{F2475FCC-A849-438A-A101-2999CEC3EBD0}" dt="2025-01-27T09:19:10.126" v="26" actId="207"/>
          <ac:spMkLst>
            <pc:docMk/>
            <pc:sldMk cId="3464907886" sldId="257"/>
            <ac:spMk id="8" creationId="{67AB13BA-CFCE-52D0-6C68-7289EF4AA843}"/>
          </ac:spMkLst>
        </pc:spChg>
        <pc:picChg chg="add mod">
          <ac:chgData name="יהודה טאוב" userId="80c2dbd02819b45c" providerId="LiveId" clId="{F2475FCC-A849-438A-A101-2999CEC3EBD0}" dt="2025-01-27T09:16:48.720" v="8"/>
          <ac:picMkLst>
            <pc:docMk/>
            <pc:sldMk cId="3464907886" sldId="257"/>
            <ac:picMk id="5" creationId="{431FDC7E-AE2C-D7B0-4A56-1945960F2065}"/>
          </ac:picMkLst>
        </pc:picChg>
        <pc:picChg chg="del">
          <ac:chgData name="יהודה טאוב" userId="80c2dbd02819b45c" providerId="LiveId" clId="{F2475FCC-A849-438A-A101-2999CEC3EBD0}" dt="2025-01-27T09:17:03.416" v="9" actId="478"/>
          <ac:picMkLst>
            <pc:docMk/>
            <pc:sldMk cId="3464907886" sldId="257"/>
            <ac:picMk id="6" creationId="{D9AD9AEF-1D42-E258-7ABC-4BDDBEDD46A7}"/>
          </ac:picMkLst>
        </pc:picChg>
        <pc:picChg chg="add del mod">
          <ac:chgData name="יהודה טאוב" userId="80c2dbd02819b45c" providerId="LiveId" clId="{F2475FCC-A849-438A-A101-2999CEC3EBD0}" dt="2025-01-27T09:22:18.059" v="35" actId="478"/>
          <ac:picMkLst>
            <pc:docMk/>
            <pc:sldMk cId="3464907886" sldId="257"/>
            <ac:picMk id="7" creationId="{66D98F53-960D-C702-9DC9-E3CC3EAE0762}"/>
          </ac:picMkLst>
        </pc:picChg>
      </pc:sldChg>
      <pc:sldChg chg="addSp delSp modSp new mod">
        <pc:chgData name="יהודה טאוב" userId="80c2dbd02819b45c" providerId="LiveId" clId="{F2475FCC-A849-438A-A101-2999CEC3EBD0}" dt="2025-01-27T09:16:30.055" v="6" actId="14100"/>
        <pc:sldMkLst>
          <pc:docMk/>
          <pc:sldMk cId="2804923454" sldId="258"/>
        </pc:sldMkLst>
        <pc:spChg chg="del">
          <ac:chgData name="יהודה טאוב" userId="80c2dbd02819b45c" providerId="LiveId" clId="{F2475FCC-A849-438A-A101-2999CEC3EBD0}" dt="2025-01-27T09:16:07.513" v="1" actId="931"/>
          <ac:spMkLst>
            <pc:docMk/>
            <pc:sldMk cId="2804923454" sldId="258"/>
            <ac:spMk id="3" creationId="{CF0B545E-05BC-194B-B5BC-293FB43EAC00}"/>
          </ac:spMkLst>
        </pc:spChg>
        <pc:picChg chg="add mod modCrop">
          <ac:chgData name="יהודה טאוב" userId="80c2dbd02819b45c" providerId="LiveId" clId="{F2475FCC-A849-438A-A101-2999CEC3EBD0}" dt="2025-01-27T09:16:30.055" v="6" actId="14100"/>
          <ac:picMkLst>
            <pc:docMk/>
            <pc:sldMk cId="2804923454" sldId="258"/>
            <ac:picMk id="5" creationId="{1A7FB25F-48F4-CB7D-86DA-F5C25639CEA6}"/>
          </ac:picMkLst>
        </pc:picChg>
      </pc:sldChg>
      <pc:sldChg chg="add del">
        <pc:chgData name="יהודה טאוב" userId="80c2dbd02819b45c" providerId="LiveId" clId="{F2475FCC-A849-438A-A101-2999CEC3EBD0}" dt="2025-01-27T09:22:17.611" v="34" actId="2890"/>
        <pc:sldMkLst>
          <pc:docMk/>
          <pc:sldMk cId="293275791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5179" y="1472842"/>
            <a:ext cx="5385356" cy="3133172"/>
          </a:xfrm>
        </p:spPr>
        <p:txBody>
          <a:bodyPr anchor="b"/>
          <a:lstStyle>
            <a:lvl1pPr algn="ctr">
              <a:defRPr sz="4157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1964" y="4726842"/>
            <a:ext cx="4751785" cy="2172804"/>
          </a:xfrm>
        </p:spPr>
        <p:txBody>
          <a:bodyPr/>
          <a:lstStyle>
            <a:lvl1pPr marL="0" indent="0" algn="ctr">
              <a:buNone/>
              <a:defRPr sz="1663"/>
            </a:lvl1pPr>
            <a:lvl2pPr marL="316794" indent="0" algn="ctr">
              <a:buNone/>
              <a:defRPr sz="1386"/>
            </a:lvl2pPr>
            <a:lvl3pPr marL="633588" indent="0" algn="ctr">
              <a:buNone/>
              <a:defRPr sz="1247"/>
            </a:lvl3pPr>
            <a:lvl4pPr marL="950382" indent="0" algn="ctr">
              <a:buNone/>
              <a:defRPr sz="1109"/>
            </a:lvl4pPr>
            <a:lvl5pPr marL="1267176" indent="0" algn="ctr">
              <a:buNone/>
              <a:defRPr sz="1109"/>
            </a:lvl5pPr>
            <a:lvl6pPr marL="1583969" indent="0" algn="ctr">
              <a:buNone/>
              <a:defRPr sz="1109"/>
            </a:lvl6pPr>
            <a:lvl7pPr marL="1900763" indent="0" algn="ctr">
              <a:buNone/>
              <a:defRPr sz="1109"/>
            </a:lvl7pPr>
            <a:lvl8pPr marL="2217557" indent="0" algn="ctr">
              <a:buNone/>
              <a:defRPr sz="1109"/>
            </a:lvl8pPr>
            <a:lvl9pPr marL="2534351" indent="0" algn="ctr">
              <a:buNone/>
              <a:defRPr sz="1109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087C4-404C-4769-BBE9-BC152D525CB3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88F90-2FC8-42D8-96AA-C063C620B47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99626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087C4-404C-4769-BBE9-BC152D525CB3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88F90-2FC8-42D8-96AA-C063C620B47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88017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281" y="2243638"/>
            <a:ext cx="5464552" cy="3743557"/>
          </a:xfrm>
        </p:spPr>
        <p:txBody>
          <a:bodyPr anchor="b"/>
          <a:lstStyle>
            <a:lvl1pPr>
              <a:defRPr sz="4157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281" y="6022610"/>
            <a:ext cx="5464552" cy="1968648"/>
          </a:xfrm>
        </p:spPr>
        <p:txBody>
          <a:bodyPr/>
          <a:lstStyle>
            <a:lvl1pPr marL="0" indent="0">
              <a:buNone/>
              <a:defRPr sz="1663">
                <a:solidFill>
                  <a:schemeClr val="tx1">
                    <a:tint val="82000"/>
                  </a:schemeClr>
                </a:solidFill>
              </a:defRPr>
            </a:lvl1pPr>
            <a:lvl2pPr marL="316794" indent="0">
              <a:buNone/>
              <a:defRPr sz="1386">
                <a:solidFill>
                  <a:schemeClr val="tx1">
                    <a:tint val="82000"/>
                  </a:schemeClr>
                </a:solidFill>
              </a:defRPr>
            </a:lvl2pPr>
            <a:lvl3pPr marL="633588" indent="0">
              <a:buNone/>
              <a:defRPr sz="1247">
                <a:solidFill>
                  <a:schemeClr val="tx1">
                    <a:tint val="82000"/>
                  </a:schemeClr>
                </a:solidFill>
              </a:defRPr>
            </a:lvl3pPr>
            <a:lvl4pPr marL="950382" indent="0">
              <a:buNone/>
              <a:defRPr sz="1109">
                <a:solidFill>
                  <a:schemeClr val="tx1">
                    <a:tint val="82000"/>
                  </a:schemeClr>
                </a:solidFill>
              </a:defRPr>
            </a:lvl4pPr>
            <a:lvl5pPr marL="1267176" indent="0">
              <a:buNone/>
              <a:defRPr sz="1109">
                <a:solidFill>
                  <a:schemeClr val="tx1">
                    <a:tint val="82000"/>
                  </a:schemeClr>
                </a:solidFill>
              </a:defRPr>
            </a:lvl5pPr>
            <a:lvl6pPr marL="1583969" indent="0">
              <a:buNone/>
              <a:defRPr sz="1109">
                <a:solidFill>
                  <a:schemeClr val="tx1">
                    <a:tint val="82000"/>
                  </a:schemeClr>
                </a:solidFill>
              </a:defRPr>
            </a:lvl6pPr>
            <a:lvl7pPr marL="1900763" indent="0">
              <a:buNone/>
              <a:defRPr sz="1109">
                <a:solidFill>
                  <a:schemeClr val="tx1">
                    <a:tint val="82000"/>
                  </a:schemeClr>
                </a:solidFill>
              </a:defRPr>
            </a:lvl7pPr>
            <a:lvl8pPr marL="2217557" indent="0">
              <a:buNone/>
              <a:defRPr sz="1109">
                <a:solidFill>
                  <a:schemeClr val="tx1">
                    <a:tint val="82000"/>
                  </a:schemeClr>
                </a:solidFill>
              </a:defRPr>
            </a:lvl8pPr>
            <a:lvl9pPr marL="2534351" indent="0">
              <a:buNone/>
              <a:defRPr sz="110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087C4-404C-4769-BBE9-BC152D525CB3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88F90-2FC8-42D8-96AA-C063C620B47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26191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5580" y="2395710"/>
            <a:ext cx="2692678" cy="5710124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07455" y="2395710"/>
            <a:ext cx="2692678" cy="5710124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087C4-404C-4769-BBE9-BC152D525CB3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88F90-2FC8-42D8-96AA-C063C620B47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73302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406" y="479144"/>
            <a:ext cx="5464552" cy="1739495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6406" y="2206137"/>
            <a:ext cx="2680303" cy="1081194"/>
          </a:xfrm>
        </p:spPr>
        <p:txBody>
          <a:bodyPr anchor="b"/>
          <a:lstStyle>
            <a:lvl1pPr marL="0" indent="0">
              <a:buNone/>
              <a:defRPr sz="1663" b="1"/>
            </a:lvl1pPr>
            <a:lvl2pPr marL="316794" indent="0">
              <a:buNone/>
              <a:defRPr sz="1386" b="1"/>
            </a:lvl2pPr>
            <a:lvl3pPr marL="633588" indent="0">
              <a:buNone/>
              <a:defRPr sz="1247" b="1"/>
            </a:lvl3pPr>
            <a:lvl4pPr marL="950382" indent="0">
              <a:buNone/>
              <a:defRPr sz="1109" b="1"/>
            </a:lvl4pPr>
            <a:lvl5pPr marL="1267176" indent="0">
              <a:buNone/>
              <a:defRPr sz="1109" b="1"/>
            </a:lvl5pPr>
            <a:lvl6pPr marL="1583969" indent="0">
              <a:buNone/>
              <a:defRPr sz="1109" b="1"/>
            </a:lvl6pPr>
            <a:lvl7pPr marL="1900763" indent="0">
              <a:buNone/>
              <a:defRPr sz="1109" b="1"/>
            </a:lvl7pPr>
            <a:lvl8pPr marL="2217557" indent="0">
              <a:buNone/>
              <a:defRPr sz="1109" b="1"/>
            </a:lvl8pPr>
            <a:lvl9pPr marL="2534351" indent="0">
              <a:buNone/>
              <a:defRPr sz="1109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6406" y="3287331"/>
            <a:ext cx="2680303" cy="4835169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07455" y="2206137"/>
            <a:ext cx="2693503" cy="1081194"/>
          </a:xfrm>
        </p:spPr>
        <p:txBody>
          <a:bodyPr anchor="b"/>
          <a:lstStyle>
            <a:lvl1pPr marL="0" indent="0">
              <a:buNone/>
              <a:defRPr sz="1663" b="1"/>
            </a:lvl1pPr>
            <a:lvl2pPr marL="316794" indent="0">
              <a:buNone/>
              <a:defRPr sz="1386" b="1"/>
            </a:lvl2pPr>
            <a:lvl3pPr marL="633588" indent="0">
              <a:buNone/>
              <a:defRPr sz="1247" b="1"/>
            </a:lvl3pPr>
            <a:lvl4pPr marL="950382" indent="0">
              <a:buNone/>
              <a:defRPr sz="1109" b="1"/>
            </a:lvl4pPr>
            <a:lvl5pPr marL="1267176" indent="0">
              <a:buNone/>
              <a:defRPr sz="1109" b="1"/>
            </a:lvl5pPr>
            <a:lvl6pPr marL="1583969" indent="0">
              <a:buNone/>
              <a:defRPr sz="1109" b="1"/>
            </a:lvl6pPr>
            <a:lvl7pPr marL="1900763" indent="0">
              <a:buNone/>
              <a:defRPr sz="1109" b="1"/>
            </a:lvl7pPr>
            <a:lvl8pPr marL="2217557" indent="0">
              <a:buNone/>
              <a:defRPr sz="1109" b="1"/>
            </a:lvl8pPr>
            <a:lvl9pPr marL="2534351" indent="0">
              <a:buNone/>
              <a:defRPr sz="1109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07455" y="3287331"/>
            <a:ext cx="2693503" cy="4835169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087C4-404C-4769-BBE9-BC152D525CB3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88F90-2FC8-42D8-96AA-C063C620B47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41259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087C4-404C-4769-BBE9-BC152D525CB3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88F90-2FC8-42D8-96AA-C063C620B47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82201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087C4-404C-4769-BBE9-BC152D525CB3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88F90-2FC8-42D8-96AA-C063C620B47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64215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406" y="599969"/>
            <a:ext cx="2043432" cy="2099892"/>
          </a:xfrm>
        </p:spPr>
        <p:txBody>
          <a:bodyPr anchor="b"/>
          <a:lstStyle>
            <a:lvl1pPr>
              <a:defRPr sz="2217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3503" y="1295769"/>
            <a:ext cx="3207455" cy="6395505"/>
          </a:xfrm>
        </p:spPr>
        <p:txBody>
          <a:bodyPr/>
          <a:lstStyle>
            <a:lvl1pPr>
              <a:defRPr sz="2217"/>
            </a:lvl1pPr>
            <a:lvl2pPr>
              <a:defRPr sz="1940"/>
            </a:lvl2pPr>
            <a:lvl3pPr>
              <a:defRPr sz="1663"/>
            </a:lvl3pPr>
            <a:lvl4pPr>
              <a:defRPr sz="1386"/>
            </a:lvl4pPr>
            <a:lvl5pPr>
              <a:defRPr sz="1386"/>
            </a:lvl5pPr>
            <a:lvl6pPr>
              <a:defRPr sz="1386"/>
            </a:lvl6pPr>
            <a:lvl7pPr>
              <a:defRPr sz="1386"/>
            </a:lvl7pPr>
            <a:lvl8pPr>
              <a:defRPr sz="1386"/>
            </a:lvl8pPr>
            <a:lvl9pPr>
              <a:defRPr sz="1386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6406" y="2699862"/>
            <a:ext cx="2043432" cy="5001827"/>
          </a:xfrm>
        </p:spPr>
        <p:txBody>
          <a:bodyPr/>
          <a:lstStyle>
            <a:lvl1pPr marL="0" indent="0">
              <a:buNone/>
              <a:defRPr sz="1109"/>
            </a:lvl1pPr>
            <a:lvl2pPr marL="316794" indent="0">
              <a:buNone/>
              <a:defRPr sz="970"/>
            </a:lvl2pPr>
            <a:lvl3pPr marL="633588" indent="0">
              <a:buNone/>
              <a:defRPr sz="831"/>
            </a:lvl3pPr>
            <a:lvl4pPr marL="950382" indent="0">
              <a:buNone/>
              <a:defRPr sz="693"/>
            </a:lvl4pPr>
            <a:lvl5pPr marL="1267176" indent="0">
              <a:buNone/>
              <a:defRPr sz="693"/>
            </a:lvl5pPr>
            <a:lvl6pPr marL="1583969" indent="0">
              <a:buNone/>
              <a:defRPr sz="693"/>
            </a:lvl6pPr>
            <a:lvl7pPr marL="1900763" indent="0">
              <a:buNone/>
              <a:defRPr sz="693"/>
            </a:lvl7pPr>
            <a:lvl8pPr marL="2217557" indent="0">
              <a:buNone/>
              <a:defRPr sz="693"/>
            </a:lvl8pPr>
            <a:lvl9pPr marL="2534351" indent="0">
              <a:buNone/>
              <a:defRPr sz="693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087C4-404C-4769-BBE9-BC152D525CB3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88F90-2FC8-42D8-96AA-C063C620B47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61257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406" y="599969"/>
            <a:ext cx="2043432" cy="2099892"/>
          </a:xfrm>
        </p:spPr>
        <p:txBody>
          <a:bodyPr anchor="b"/>
          <a:lstStyle>
            <a:lvl1pPr>
              <a:defRPr sz="2217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93503" y="1295769"/>
            <a:ext cx="3207455" cy="6395505"/>
          </a:xfrm>
        </p:spPr>
        <p:txBody>
          <a:bodyPr anchor="t"/>
          <a:lstStyle>
            <a:lvl1pPr marL="0" indent="0">
              <a:buNone/>
              <a:defRPr sz="2217"/>
            </a:lvl1pPr>
            <a:lvl2pPr marL="316794" indent="0">
              <a:buNone/>
              <a:defRPr sz="1940"/>
            </a:lvl2pPr>
            <a:lvl3pPr marL="633588" indent="0">
              <a:buNone/>
              <a:defRPr sz="1663"/>
            </a:lvl3pPr>
            <a:lvl4pPr marL="950382" indent="0">
              <a:buNone/>
              <a:defRPr sz="1386"/>
            </a:lvl4pPr>
            <a:lvl5pPr marL="1267176" indent="0">
              <a:buNone/>
              <a:defRPr sz="1386"/>
            </a:lvl5pPr>
            <a:lvl6pPr marL="1583969" indent="0">
              <a:buNone/>
              <a:defRPr sz="1386"/>
            </a:lvl6pPr>
            <a:lvl7pPr marL="1900763" indent="0">
              <a:buNone/>
              <a:defRPr sz="1386"/>
            </a:lvl7pPr>
            <a:lvl8pPr marL="2217557" indent="0">
              <a:buNone/>
              <a:defRPr sz="1386"/>
            </a:lvl8pPr>
            <a:lvl9pPr marL="2534351" indent="0">
              <a:buNone/>
              <a:defRPr sz="1386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6406" y="2699862"/>
            <a:ext cx="2043432" cy="5001827"/>
          </a:xfrm>
        </p:spPr>
        <p:txBody>
          <a:bodyPr/>
          <a:lstStyle>
            <a:lvl1pPr marL="0" indent="0">
              <a:buNone/>
              <a:defRPr sz="1109"/>
            </a:lvl1pPr>
            <a:lvl2pPr marL="316794" indent="0">
              <a:buNone/>
              <a:defRPr sz="970"/>
            </a:lvl2pPr>
            <a:lvl3pPr marL="633588" indent="0">
              <a:buNone/>
              <a:defRPr sz="831"/>
            </a:lvl3pPr>
            <a:lvl4pPr marL="950382" indent="0">
              <a:buNone/>
              <a:defRPr sz="693"/>
            </a:lvl4pPr>
            <a:lvl5pPr marL="1267176" indent="0">
              <a:buNone/>
              <a:defRPr sz="693"/>
            </a:lvl5pPr>
            <a:lvl6pPr marL="1583969" indent="0">
              <a:buNone/>
              <a:defRPr sz="693"/>
            </a:lvl6pPr>
            <a:lvl7pPr marL="1900763" indent="0">
              <a:buNone/>
              <a:defRPr sz="693"/>
            </a:lvl7pPr>
            <a:lvl8pPr marL="2217557" indent="0">
              <a:buNone/>
              <a:defRPr sz="693"/>
            </a:lvl8pPr>
            <a:lvl9pPr marL="2534351" indent="0">
              <a:buNone/>
              <a:defRPr sz="693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087C4-404C-4769-BBE9-BC152D525CB3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88F90-2FC8-42D8-96AA-C063C620B47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28606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087C4-404C-4769-BBE9-BC152D525CB3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88F90-2FC8-42D8-96AA-C063C620B47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26882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533995" y="479142"/>
            <a:ext cx="1366138" cy="7626692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35581" y="479142"/>
            <a:ext cx="4019218" cy="7626692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087C4-404C-4769-BBE9-BC152D525CB3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88F90-2FC8-42D8-96AA-C063C620B47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87059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5581" y="479144"/>
            <a:ext cx="5464552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581" y="2395710"/>
            <a:ext cx="5464552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35580" y="8341240"/>
            <a:ext cx="1425535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3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1087C4-404C-4769-BBE9-BC152D525CB3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98705" y="8341240"/>
            <a:ext cx="2138303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3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474598" y="8341240"/>
            <a:ext cx="1425535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3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188F90-2FC8-42D8-96AA-C063C620B47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46892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33588" rtl="1" eaLnBrk="1" latinLnBrk="0" hangingPunct="1">
        <a:lnSpc>
          <a:spcPct val="90000"/>
        </a:lnSpc>
        <a:spcBef>
          <a:spcPct val="0"/>
        </a:spcBef>
        <a:buNone/>
        <a:defRPr sz="304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8397" indent="-158397" algn="r" defTabSz="633588" rtl="1" eaLnBrk="1" latinLnBrk="0" hangingPunct="1">
        <a:lnSpc>
          <a:spcPct val="90000"/>
        </a:lnSpc>
        <a:spcBef>
          <a:spcPts val="693"/>
        </a:spcBef>
        <a:buFont typeface="Arial" panose="020B0604020202020204" pitchFamily="34" charset="0"/>
        <a:buChar char="•"/>
        <a:defRPr sz="1940" kern="1200">
          <a:solidFill>
            <a:schemeClr val="tx1"/>
          </a:solidFill>
          <a:latin typeface="+mn-lt"/>
          <a:ea typeface="+mn-ea"/>
          <a:cs typeface="+mn-cs"/>
        </a:defRPr>
      </a:lvl1pPr>
      <a:lvl2pPr marL="475191" indent="-158397" algn="r" defTabSz="633588" rtl="1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663" kern="1200">
          <a:solidFill>
            <a:schemeClr val="tx1"/>
          </a:solidFill>
          <a:latin typeface="+mn-lt"/>
          <a:ea typeface="+mn-ea"/>
          <a:cs typeface="+mn-cs"/>
        </a:defRPr>
      </a:lvl2pPr>
      <a:lvl3pPr marL="791985" indent="-158397" algn="r" defTabSz="633588" rtl="1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386" kern="1200">
          <a:solidFill>
            <a:schemeClr val="tx1"/>
          </a:solidFill>
          <a:latin typeface="+mn-lt"/>
          <a:ea typeface="+mn-ea"/>
          <a:cs typeface="+mn-cs"/>
        </a:defRPr>
      </a:lvl3pPr>
      <a:lvl4pPr marL="1108779" indent="-158397" algn="r" defTabSz="633588" rtl="1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7" kern="1200">
          <a:solidFill>
            <a:schemeClr val="tx1"/>
          </a:solidFill>
          <a:latin typeface="+mn-lt"/>
          <a:ea typeface="+mn-ea"/>
          <a:cs typeface="+mn-cs"/>
        </a:defRPr>
      </a:lvl4pPr>
      <a:lvl5pPr marL="1425572" indent="-158397" algn="r" defTabSz="633588" rtl="1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7" kern="1200">
          <a:solidFill>
            <a:schemeClr val="tx1"/>
          </a:solidFill>
          <a:latin typeface="+mn-lt"/>
          <a:ea typeface="+mn-ea"/>
          <a:cs typeface="+mn-cs"/>
        </a:defRPr>
      </a:lvl5pPr>
      <a:lvl6pPr marL="1742366" indent="-158397" algn="r" defTabSz="633588" rtl="1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7" kern="1200">
          <a:solidFill>
            <a:schemeClr val="tx1"/>
          </a:solidFill>
          <a:latin typeface="+mn-lt"/>
          <a:ea typeface="+mn-ea"/>
          <a:cs typeface="+mn-cs"/>
        </a:defRPr>
      </a:lvl6pPr>
      <a:lvl7pPr marL="2059160" indent="-158397" algn="r" defTabSz="633588" rtl="1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7" kern="1200">
          <a:solidFill>
            <a:schemeClr val="tx1"/>
          </a:solidFill>
          <a:latin typeface="+mn-lt"/>
          <a:ea typeface="+mn-ea"/>
          <a:cs typeface="+mn-cs"/>
        </a:defRPr>
      </a:lvl7pPr>
      <a:lvl8pPr marL="2375954" indent="-158397" algn="r" defTabSz="633588" rtl="1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7" kern="1200">
          <a:solidFill>
            <a:schemeClr val="tx1"/>
          </a:solidFill>
          <a:latin typeface="+mn-lt"/>
          <a:ea typeface="+mn-ea"/>
          <a:cs typeface="+mn-cs"/>
        </a:defRPr>
      </a:lvl8pPr>
      <a:lvl9pPr marL="2692748" indent="-158397" algn="r" defTabSz="633588" rtl="1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633588" rtl="1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1pPr>
      <a:lvl2pPr marL="316794" algn="r" defTabSz="633588" rtl="1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2pPr>
      <a:lvl3pPr marL="633588" algn="r" defTabSz="633588" rtl="1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3pPr>
      <a:lvl4pPr marL="950382" algn="r" defTabSz="633588" rtl="1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4pPr>
      <a:lvl5pPr marL="1267176" algn="r" defTabSz="633588" rtl="1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5pPr>
      <a:lvl6pPr marL="1583969" algn="r" defTabSz="633588" rtl="1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6pPr>
      <a:lvl7pPr marL="1900763" algn="r" defTabSz="633588" rtl="1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7pPr>
      <a:lvl8pPr marL="2217557" algn="r" defTabSz="633588" rtl="1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8pPr>
      <a:lvl9pPr marL="2534351" algn="r" defTabSz="633588" rtl="1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21B776A-4CD6-A025-5B4F-89CF7C2B08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D81E6367-8218-72E6-9CF8-DF30958F5F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 dirty="0"/>
          </a:p>
        </p:txBody>
      </p:sp>
      <p:pic>
        <p:nvPicPr>
          <p:cNvPr id="4" name="תמונה 3" descr="תמונה שמכילה טקסט, מכתב, נייח, מעטפה&#10;&#10;התיאור נוצר באופן אוטומטי">
            <a:extLst>
              <a:ext uri="{FF2B5EF4-FFF2-40B4-BE49-F238E27FC236}">
                <a16:creationId xmlns:a16="http://schemas.microsoft.com/office/drawing/2014/main" id="{A00A418C-99F0-3D21-B7A3-B8F6C8EC1D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426"/>
          <a:stretch/>
        </p:blipFill>
        <p:spPr>
          <a:xfrm>
            <a:off x="0" y="0"/>
            <a:ext cx="6428607" cy="899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708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C1C9C-A59A-49F5-3C90-35DC9D5A4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70810D9-B1C7-55A8-FC82-738B3090B7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50402EA0-FFFF-6EF4-DCC8-423EC064F6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 dirty="0"/>
          </a:p>
        </p:txBody>
      </p:sp>
      <p:pic>
        <p:nvPicPr>
          <p:cNvPr id="4" name="תמונה 3" descr="תמונה שמכילה טקסט, מכתב, נייח, מעטפה&#10;&#10;התיאור נוצר באופן אוטומטי">
            <a:extLst>
              <a:ext uri="{FF2B5EF4-FFF2-40B4-BE49-F238E27FC236}">
                <a16:creationId xmlns:a16="http://schemas.microsoft.com/office/drawing/2014/main" id="{53342ABE-ADB5-15DD-DEA6-77D407F41B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426"/>
          <a:stretch/>
        </p:blipFill>
        <p:spPr>
          <a:xfrm>
            <a:off x="0" y="0"/>
            <a:ext cx="6428607" cy="8999538"/>
          </a:xfrm>
          <a:prstGeom prst="rect">
            <a:avLst/>
          </a:prstGeom>
        </p:spPr>
      </p:pic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67AB13BA-CFCE-52D0-6C68-7289EF4AA843}"/>
              </a:ext>
            </a:extLst>
          </p:cNvPr>
          <p:cNvSpPr txBox="1"/>
          <p:nvPr/>
        </p:nvSpPr>
        <p:spPr>
          <a:xfrm>
            <a:off x="451104" y="8339328"/>
            <a:ext cx="4913376" cy="438912"/>
          </a:xfrm>
          <a:prstGeom prst="rect">
            <a:avLst/>
          </a:prstGeom>
          <a:solidFill>
            <a:srgbClr val="EDCB8B"/>
          </a:solidFill>
        </p:spPr>
        <p:txBody>
          <a:bodyPr wrap="square" rtlCol="1">
            <a:spAutoFit/>
          </a:bodyPr>
          <a:lstStyle/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464907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C1B6C-DD66-7924-A7B9-F21FF597C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9A12AF9-2657-9CEE-63CC-7435BEC425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ED6B63E7-4EBA-4FE4-4578-0A5B7F1612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 dirty="0"/>
          </a:p>
        </p:txBody>
      </p:sp>
      <p:pic>
        <p:nvPicPr>
          <p:cNvPr id="4" name="תמונה 3" descr="תמונה שמכילה טקסט, מכתב, נייח, מעטפה&#10;&#10;התיאור נוצר באופן אוטומטי">
            <a:extLst>
              <a:ext uri="{FF2B5EF4-FFF2-40B4-BE49-F238E27FC236}">
                <a16:creationId xmlns:a16="http://schemas.microsoft.com/office/drawing/2014/main" id="{02AD4C18-CA89-7923-8844-D142326479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426"/>
          <a:stretch/>
        </p:blipFill>
        <p:spPr>
          <a:xfrm>
            <a:off x="0" y="0"/>
            <a:ext cx="6428607" cy="8999538"/>
          </a:xfrm>
          <a:prstGeom prst="rect">
            <a:avLst/>
          </a:prstGeom>
        </p:spPr>
      </p:pic>
      <p:pic>
        <p:nvPicPr>
          <p:cNvPr id="7" name="מציין מיקום תוכן 4" descr="תמונה שמכילה טקסט&#10;&#10;התיאור נוצר באופן אוטומטי">
            <a:extLst>
              <a:ext uri="{FF2B5EF4-FFF2-40B4-BE49-F238E27FC236}">
                <a16:creationId xmlns:a16="http://schemas.microsoft.com/office/drawing/2014/main" id="{8B9E74D8-7B4C-ED24-D1E0-465A345547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408"/>
          <a:stretch/>
        </p:blipFill>
        <p:spPr>
          <a:xfrm>
            <a:off x="0" y="0"/>
            <a:ext cx="6607300" cy="8327136"/>
          </a:xfrm>
          <a:prstGeom prst="rect">
            <a:avLst/>
          </a:prstGeom>
        </p:spPr>
      </p:pic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C30FEB28-E7E2-754F-1F45-80591FC0FE96}"/>
              </a:ext>
            </a:extLst>
          </p:cNvPr>
          <p:cNvSpPr txBox="1"/>
          <p:nvPr/>
        </p:nvSpPr>
        <p:spPr>
          <a:xfrm>
            <a:off x="451104" y="8339328"/>
            <a:ext cx="4913376" cy="438912"/>
          </a:xfrm>
          <a:prstGeom prst="rect">
            <a:avLst/>
          </a:prstGeom>
          <a:solidFill>
            <a:srgbClr val="EDCB8B"/>
          </a:solidFill>
        </p:spPr>
        <p:txBody>
          <a:bodyPr wrap="square" rtlCol="1">
            <a:spAutoFit/>
          </a:bodyPr>
          <a:lstStyle/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93275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67A2233-E1AF-B9A7-1270-62B157AAE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5" name="מציין מיקום תוכן 4" descr="תמונה שמכילה טקסט&#10;&#10;התיאור נוצר באופן אוטומטי">
            <a:extLst>
              <a:ext uri="{FF2B5EF4-FFF2-40B4-BE49-F238E27FC236}">
                <a16:creationId xmlns:a16="http://schemas.microsoft.com/office/drawing/2014/main" id="{1A7FB25F-48F4-CB7D-86DA-F5C25639CE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408"/>
          <a:stretch/>
        </p:blipFill>
        <p:spPr>
          <a:xfrm>
            <a:off x="0" y="0"/>
            <a:ext cx="6336431" cy="7985760"/>
          </a:xfrm>
        </p:spPr>
      </p:pic>
    </p:spTree>
    <p:extLst>
      <p:ext uri="{BB962C8B-B14F-4D97-AF65-F5344CB8AC3E}">
        <p14:creationId xmlns:p14="http://schemas.microsoft.com/office/powerpoint/2010/main" val="2804923454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ערכת נושא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ערכת נושא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ערכת נושא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504</TotalTime>
  <Words>0</Words>
  <Application>Microsoft Office PowerPoint</Application>
  <PresentationFormat>מותאם אישית</PresentationFormat>
  <Paragraphs>0</Paragraphs>
  <Slides>4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יהודה טאוב</dc:creator>
  <cp:lastModifiedBy>יהודה טאוב</cp:lastModifiedBy>
  <cp:revision>3</cp:revision>
  <dcterms:created xsi:type="dcterms:W3CDTF">2025-01-23T15:19:06Z</dcterms:created>
  <dcterms:modified xsi:type="dcterms:W3CDTF">2026-10-15T18:05:30Z</dcterms:modified>
</cp:coreProperties>
</file>