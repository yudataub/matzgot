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72" r:id="rId2"/>
    <p:sldId id="256" r:id="rId3"/>
    <p:sldId id="257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3" d="100"/>
          <a:sy n="83" d="100"/>
        </p:scale>
        <p:origin x="65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יהודה טאוב" userId="80c2dbd02819b45c" providerId="LiveId" clId="{AAC947AD-2ADD-480C-AAC8-F59629755521}"/>
    <pc:docChg chg="undo custSel addSld modSld sldOrd">
      <pc:chgData name="יהודה טאוב" userId="80c2dbd02819b45c" providerId="LiveId" clId="{AAC947AD-2ADD-480C-AAC8-F59629755521}" dt="2025-01-20T17:13:17.383" v="13" actId="14100"/>
      <pc:docMkLst>
        <pc:docMk/>
      </pc:docMkLst>
      <pc:sldChg chg="addSp modSp mod">
        <pc:chgData name="יהודה טאוב" userId="80c2dbd02819b45c" providerId="LiveId" clId="{AAC947AD-2ADD-480C-AAC8-F59629755521}" dt="2025-01-20T17:12:26.556" v="11" actId="14100"/>
        <pc:sldMkLst>
          <pc:docMk/>
          <pc:sldMk cId="2501503003" sldId="257"/>
        </pc:sldMkLst>
        <pc:spChg chg="mod">
          <ac:chgData name="יהודה טאוב" userId="80c2dbd02819b45c" providerId="LiveId" clId="{AAC947AD-2ADD-480C-AAC8-F59629755521}" dt="2025-01-20T01:17:23.405" v="3"/>
          <ac:spMkLst>
            <pc:docMk/>
            <pc:sldMk cId="2501503003" sldId="257"/>
            <ac:spMk id="3" creationId="{AAF47AEE-8610-14BA-49FA-2AFBF2BAEE32}"/>
          </ac:spMkLst>
        </pc:spChg>
        <pc:picChg chg="add mod">
          <ac:chgData name="יהודה טאוב" userId="80c2dbd02819b45c" providerId="LiveId" clId="{AAC947AD-2ADD-480C-AAC8-F59629755521}" dt="2025-01-20T17:12:26.556" v="11" actId="14100"/>
          <ac:picMkLst>
            <pc:docMk/>
            <pc:sldMk cId="2501503003" sldId="257"/>
            <ac:picMk id="4" creationId="{EF828DD1-5E18-9141-44D6-593169A3E6D6}"/>
          </ac:picMkLst>
        </pc:picChg>
      </pc:sldChg>
      <pc:sldChg chg="addSp modSp add mod">
        <pc:chgData name="יהודה טאוב" userId="80c2dbd02819b45c" providerId="LiveId" clId="{AAC947AD-2ADD-480C-AAC8-F59629755521}" dt="2025-01-20T17:13:17.383" v="13" actId="14100"/>
        <pc:sldMkLst>
          <pc:docMk/>
          <pc:sldMk cId="1352623556" sldId="271"/>
        </pc:sldMkLst>
        <pc:picChg chg="add mod">
          <ac:chgData name="יהודה טאוב" userId="80c2dbd02819b45c" providerId="LiveId" clId="{AAC947AD-2ADD-480C-AAC8-F59629755521}" dt="2025-01-20T17:13:17.383" v="13" actId="14100"/>
          <ac:picMkLst>
            <pc:docMk/>
            <pc:sldMk cId="1352623556" sldId="271"/>
            <ac:picMk id="4" creationId="{A4B05F59-4286-3E3B-FDCA-CFB593F54800}"/>
          </ac:picMkLst>
        </pc:picChg>
      </pc:sldChg>
      <pc:sldChg chg="addSp delSp new mod ord modClrScheme chgLayout">
        <pc:chgData name="יהודה טאוב" userId="80c2dbd02819b45c" providerId="LiveId" clId="{AAC947AD-2ADD-480C-AAC8-F59629755521}" dt="2025-01-20T17:00:49.301" v="9"/>
        <pc:sldMkLst>
          <pc:docMk/>
          <pc:sldMk cId="1783511416" sldId="272"/>
        </pc:sldMkLst>
        <pc:spChg chg="del">
          <ac:chgData name="יהודה טאוב" userId="80c2dbd02819b45c" providerId="LiveId" clId="{AAC947AD-2ADD-480C-AAC8-F59629755521}" dt="2025-01-20T17:00:45.562" v="7" actId="700"/>
          <ac:spMkLst>
            <pc:docMk/>
            <pc:sldMk cId="1783511416" sldId="272"/>
            <ac:spMk id="2" creationId="{D7A8C57B-C6CA-AF17-0D38-EF97AB8B42D2}"/>
          </ac:spMkLst>
        </pc:spChg>
        <pc:spChg chg="del">
          <ac:chgData name="יהודה טאוב" userId="80c2dbd02819b45c" providerId="LiveId" clId="{AAC947AD-2ADD-480C-AAC8-F59629755521}" dt="2025-01-20T17:00:45.562" v="7" actId="700"/>
          <ac:spMkLst>
            <pc:docMk/>
            <pc:sldMk cId="1783511416" sldId="272"/>
            <ac:spMk id="3" creationId="{204A9964-7073-BD93-09C0-3C7A9FE64F2B}"/>
          </ac:spMkLst>
        </pc:spChg>
        <pc:spChg chg="add">
          <ac:chgData name="יהודה טאוב" userId="80c2dbd02819b45c" providerId="LiveId" clId="{AAC947AD-2ADD-480C-AAC8-F59629755521}" dt="2025-01-20T17:00:47.080" v="8"/>
          <ac:spMkLst>
            <pc:docMk/>
            <pc:sldMk cId="1783511416" sldId="272"/>
            <ac:spMk id="4" creationId="{F692CB7D-7B9E-DB95-0CEC-96C10114E3FF}"/>
          </ac:spMkLst>
        </pc:spChg>
        <pc:picChg chg="add">
          <ac:chgData name="יהודה טאוב" userId="80c2dbd02819b45c" providerId="LiveId" clId="{AAC947AD-2ADD-480C-AAC8-F59629755521}" dt="2025-01-20T17:00:49.301" v="9"/>
          <ac:picMkLst>
            <pc:docMk/>
            <pc:sldMk cId="1783511416" sldId="272"/>
            <ac:picMk id="5" creationId="{9E5883C4-13C3-A9CD-254D-EBC379DE07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55F216B-F0EC-2004-6B57-D48AA6501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FB74D44-809E-FBE3-F2E1-D9D155C4A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FC98FE6-98DA-C254-2A79-393D2513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1D5E92C-CE57-C249-2B62-24AA22E6E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F83AD93-CB1D-D82A-B860-614ED0CB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217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403C42B-E9A1-D9D3-F24E-4AF89B80E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CE8FD0D-56DA-A014-B928-C0076EB00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8BB12E3-6849-5DEA-17B0-BABD451EB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10F8DCB-EF05-F545-4CB9-8DAB0646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AB13A4C-B41C-A53D-DC9F-FDE5C43E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955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F6D6A0-006E-6E9D-9EE9-4C9C34A0F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F6B992E-1D18-60CE-2193-EF92FDE1D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D9A08BA-C772-3BBC-028B-7041E8A6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E6F88BD-ECC1-199B-FD80-F2D85802D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DDB116F-F795-75BD-BECE-AD5ED44F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6671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2F9F3E-9E11-FDC0-AC22-2D8886B90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49E475F-97C0-53BA-12F6-BAB04457C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424AFF0-7ECB-2C29-0718-7CAF21841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2DEB7F6-BA1E-8185-55E3-1D451E9C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E4CA93B-A39C-1E93-529D-980C0DFB9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8E29959-4BE3-2462-1870-29D7AED8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131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B94D9FB-B8AF-5216-2723-01336B704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A79879D-198B-A26E-F6A1-59BE0B18E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D183259-EA99-B4BA-8393-8FCAAC687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5DFB5ED-2684-5099-7242-DB00CEC1B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714C1E7-C777-1368-60E4-0043A1038F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87B9CE6-ACA6-0FB0-8926-E67919B28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ACF04FA-7850-2462-4388-D0C86D4C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6B8C0F8-BE3A-50A9-FA8B-20F6CB58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8006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E12AA6-3244-21C6-B76D-C18331B8F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7D2BDC9-22A4-A1DB-A9EE-53489B93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EDF6A2A-619F-D909-19CF-D7891E198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4913DF8-BA52-2717-F0FA-F8B7258A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0204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0DE5D64-A0FD-D9D2-1AA6-8D9D5C5BF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FFACFA5-8CBC-551B-BA7C-53F2BFF1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8E2B218-76A8-88C1-A0AA-E464E6EC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429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F5D5600-12D8-352C-29DF-C255843BA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1DE7414-B722-6F4C-B8AA-8E4FBF8D1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3094CB2-385C-41F7-CA55-42AB23ED8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04D1F37-4056-578B-B13F-F0F1EFB2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E909E8B-D5C7-0955-3D5B-3A23403D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673EDBA-565C-36FA-60F2-6BEB09BB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434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D3916F-67D0-FB4C-F026-C47B07BFC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3AE0A351-0F63-0673-7EB5-591741ABF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0B7CC42-4D1C-2509-66A9-B68AF89C3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0DCF645-AA32-CB36-720E-642C86348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A3C6A91-7A98-5726-38B8-BF0FC194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0ABA2DB-760F-8CEE-8DBF-FA0794FC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402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0851C20-FBEA-4DFD-ACB1-67E981206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BA93E8A-0763-A41E-5F36-E46A61BAB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7BA04EB-4F8F-0832-ED51-1A8D4CB94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2F20B4E-F9CD-AFC3-C6AA-A105A05AB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500D159-6265-98EA-CE94-87E4AB69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1199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A3A7D65-4AEB-C37A-6223-8DFB18E929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62F98C8-6F75-DFC0-711D-BAA86EC06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34EBF50-BEC7-7816-172D-CD3D23EB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4CF2CC4-B36F-C7AB-E757-BFBF5FEF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9748CE7-E160-2100-01FF-D52BD6C0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1628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כותר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13E33E-E2DD-38CA-6083-38814DDB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C9E0457-3CC8-414E-8496-402A79876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625F7BC-5D1B-381F-A0E0-58F6C78C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1DE283F-0A23-4DFD-33D8-A15C3ED67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555B42F-EEB8-ED40-0F08-60EC1E0B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686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237BE65-FD2E-2EFC-E6B6-4FAE2A2D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ABA13A7-4333-DC4C-D873-2D8CC91BB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D09D80B-C753-57A0-91C9-D87E1515F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7389E-77D2-4468-8DDC-7E3421646F0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E525790-E24C-846D-6746-6F151F573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8A9D49A-B1CF-B1E1-5905-85E7EAF97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3666B8-AD6D-4CDC-B5F5-0FCDDC00B5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0621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9E5883C4-13C3-A9CD-254D-EBC379DE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11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2318F2-7C18-EBCC-703C-BB906FBDD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5400">
                <a:solidFill>
                  <a:srgbClr val="000080"/>
                </a:solidFill>
                <a:latin typeface="David" panose="020E0502060401010101" pitchFamily="34" charset="-79"/>
              </a:rPr>
              <a:t>לימוד וידיעת התורה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C4C151C-24DC-A52A-AD4E-01719FF87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מדריך מעשי לבניית סוגיה</a:t>
            </a:r>
          </a:p>
        </p:txBody>
      </p:sp>
    </p:spTree>
    <p:extLst>
      <p:ext uri="{BB962C8B-B14F-4D97-AF65-F5344CB8AC3E}">
        <p14:creationId xmlns:p14="http://schemas.microsoft.com/office/powerpoint/2010/main" val="3732740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473B94-0C9B-F183-B31A-5EE0A05A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>
                <a:solidFill>
                  <a:srgbClr val="000080"/>
                </a:solidFill>
                <a:latin typeface="David" panose="020E0502060401010101" pitchFamily="34" charset="-79"/>
              </a:rPr>
              <a:t>מטרות הלימוד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AF47AEE-8610-14BA-49FA-2AFBF2BAE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חיבור אמיתי לתורה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הבנה מעמיקה של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</a:rPr>
              <a:t>הסוגיה</a:t>
            </a:r>
            <a:endParaRPr lang="he-IL" sz="3200" dirty="0">
              <a:solidFill>
                <a:srgbClr val="000000"/>
              </a:solidFill>
              <a:latin typeface="David" panose="020E0502060401010101" pitchFamily="34" charset="-79"/>
            </a:endParaRP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יכולת להסביר לאחרים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חיבור לעולם המעשה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F828DD1-5E18-9141-44D6-593169A3E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0"/>
            <a:ext cx="65786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03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5D1C-1D0C-6E2E-B3A1-8BA7E9F3B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CEC9ED-3197-9CE1-F02B-4F4DC03F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מטרות הלימוד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C5F59E0-A89B-CF53-10F9-49489D675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חיבור אמיתי לתורה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הבנה מעמיקה של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</a:rPr>
              <a:t>הסוגיה</a:t>
            </a:r>
            <a:endParaRPr lang="he-IL" sz="3200" dirty="0">
              <a:solidFill>
                <a:srgbClr val="000000"/>
              </a:solidFill>
              <a:latin typeface="David" panose="020E0502060401010101" pitchFamily="34" charset="-79"/>
            </a:endParaRP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יכולת להסביר לאחרים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חיבור לעולם המעשה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A4B05F59-4286-3E3B-FDCA-CFB593F54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0"/>
            <a:ext cx="6627091" cy="378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2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26709D-7C0B-D237-FF81-BC06DFC2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תהליך הלימוד - מבט כללי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76A5146-570D-1AEB-3FB9-2F7DF5D1A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1. זיהוי ידיעות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2. הגדרת כותרות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3. בירור ידיעות רקע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4. הבנת הידיעות המוסכמות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5. בירור הנידון המרכזי</a:t>
            </a:r>
          </a:p>
        </p:txBody>
      </p:sp>
    </p:spTree>
    <p:extLst>
      <p:ext uri="{BB962C8B-B14F-4D97-AF65-F5344CB8AC3E}">
        <p14:creationId xmlns:p14="http://schemas.microsoft.com/office/powerpoint/2010/main" val="21234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6A03C2-F6A1-C49D-B6B6-3878D1A32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זיהוי ידיעות - עקרונות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7F92125-BDBA-4288-4F4E-F5E05D139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הבחנה בין ידיעות לשקלא וטריא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זיהוי הידיעות המרכזיות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הפרדת עיקר מטפל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מיקוד בידיעות החשובות</a:t>
            </a:r>
          </a:p>
        </p:txBody>
      </p:sp>
    </p:spTree>
    <p:extLst>
      <p:ext uri="{BB962C8B-B14F-4D97-AF65-F5344CB8AC3E}">
        <p14:creationId xmlns:p14="http://schemas.microsoft.com/office/powerpoint/2010/main" val="46523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C7DFC1B-6BB7-8219-6F42-08F5EFB6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זיהוי ידיעות - למעשה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825F041-5121-D1EA-C602-D07C04AE1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שלבי העבודה: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קריאה ראשונית של הסוגיה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סימון הידיעות החשובות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רישום ראשוני של הידיעות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ארגון הידיעות לפי נושאים</a:t>
            </a:r>
          </a:p>
        </p:txBody>
      </p:sp>
    </p:spTree>
    <p:extLst>
      <p:ext uri="{BB962C8B-B14F-4D97-AF65-F5344CB8AC3E}">
        <p14:creationId xmlns:p14="http://schemas.microsoft.com/office/powerpoint/2010/main" val="1916489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5D79F0A-41DA-502A-1CFF-487A9268D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הגדרת כותרות - עקרונות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4F1BEF3-32AC-1BC2-63F9-7DAEA8FBD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מבנה הכותרות: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כותרת ראשית לנושא הכללי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כותרות משנה לנושאים מרכזיים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כותרות משנה לתתי-נושאים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כותרות לידיעות ספציפיות</a:t>
            </a:r>
          </a:p>
        </p:txBody>
      </p:sp>
    </p:spTree>
    <p:extLst>
      <p:ext uri="{BB962C8B-B14F-4D97-AF65-F5344CB8AC3E}">
        <p14:creationId xmlns:p14="http://schemas.microsoft.com/office/powerpoint/2010/main" val="3195119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C92F220-7515-56F5-75A5-1FDCE883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הגדרת כותרות - למעשה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195DED7-49E3-50CF-CA99-8950023FC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דגשים מעשיים: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כותרות קצרות וממוקדות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שימוש במילות מפתח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מבנה היררכי ברור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סדר לוגי בין הכותרות</a:t>
            </a:r>
          </a:p>
        </p:txBody>
      </p:sp>
    </p:spTree>
    <p:extLst>
      <p:ext uri="{BB962C8B-B14F-4D97-AF65-F5344CB8AC3E}">
        <p14:creationId xmlns:p14="http://schemas.microsoft.com/office/powerpoint/2010/main" val="3209751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A5BB51E-57BA-E9AD-D3CA-98AF0726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ידיעות רקע - עקרונות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23FAB8C-F328-F7D7-8576-9407D924F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מרכיבי ידיעות הרקע: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מושגי יסוד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מקורות בסיסיים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רקע היסטורי והלכתי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הקשרים לסוגיות אחרות</a:t>
            </a:r>
          </a:p>
        </p:txBody>
      </p:sp>
    </p:spTree>
    <p:extLst>
      <p:ext uri="{BB962C8B-B14F-4D97-AF65-F5344CB8AC3E}">
        <p14:creationId xmlns:p14="http://schemas.microsoft.com/office/powerpoint/2010/main" val="379111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1E07D39-86B1-8986-A4F1-4F58C19B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ידיעות רקע - למעשה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9229E79-7649-431A-E201-F7CAA4040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שלבי העבודה: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זיהוי ידיעות הרקע החיוניות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איסוף המידע ממקורות שונים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ארגון המידע באופן שיטתי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בניית תשתית להבנת הסוגיה</a:t>
            </a:r>
          </a:p>
        </p:txBody>
      </p:sp>
    </p:spTree>
    <p:extLst>
      <p:ext uri="{BB962C8B-B14F-4D97-AF65-F5344CB8AC3E}">
        <p14:creationId xmlns:p14="http://schemas.microsoft.com/office/powerpoint/2010/main" val="3067960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9401F1-6559-A75E-C7D4-16F0ED6A5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ידיעות מוסכמות - עקרונות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919FF9C-E9EA-6234-4342-D0A56887D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חשיבות הידיעות המוסכמות: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בסיס להבנת המחלוקות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נקודת מוצא משותפת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מסגרת לדיון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יסוד להרחבת הידע</a:t>
            </a:r>
          </a:p>
        </p:txBody>
      </p:sp>
    </p:spTree>
    <p:extLst>
      <p:ext uri="{BB962C8B-B14F-4D97-AF65-F5344CB8AC3E}">
        <p14:creationId xmlns:p14="http://schemas.microsoft.com/office/powerpoint/2010/main" val="425728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19E566-3089-9E52-30F5-14FC06E7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ידיעות מוסכמות - למעשה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8F43AEC-5888-7470-5834-5EE7731B5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עבודה מעשית: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זיהוי נקודות ההסכמה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הפרדה בין מוסכם למחלוקת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הבנת היחס בין המוסכם לנידון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בניית מסגרת לדיון</a:t>
            </a:r>
          </a:p>
        </p:txBody>
      </p:sp>
    </p:spTree>
    <p:extLst>
      <p:ext uri="{BB962C8B-B14F-4D97-AF65-F5344CB8AC3E}">
        <p14:creationId xmlns:p14="http://schemas.microsoft.com/office/powerpoint/2010/main" val="1450978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614513-81A1-5E3F-DFFC-D25C5BB7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הנידון המרכזי - עקרונות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786F829-DFC0-DAD0-76D1-72CCBD0D8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מרכיבי הנידון: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שורש המחלוקת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צדדי הנידון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טעמי המחלוקת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השלכות מעשיות</a:t>
            </a:r>
          </a:p>
        </p:txBody>
      </p:sp>
    </p:spTree>
    <p:extLst>
      <p:ext uri="{BB962C8B-B14F-4D97-AF65-F5344CB8AC3E}">
        <p14:creationId xmlns:p14="http://schemas.microsoft.com/office/powerpoint/2010/main" val="4072174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6AB5424-9C31-A8F5-4E27-2C2FC9B7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הנידון המרכזי - למעשה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A4A4640-A345-5878-2533-6CDACD61C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בירור מעשי: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הגדרת נקודת המחלוקת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ניתוח הטעמים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בחינת ההשלכות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סיכום הנידון</a:t>
            </a:r>
          </a:p>
        </p:txBody>
      </p:sp>
    </p:spTree>
    <p:extLst>
      <p:ext uri="{BB962C8B-B14F-4D97-AF65-F5344CB8AC3E}">
        <p14:creationId xmlns:p14="http://schemas.microsoft.com/office/powerpoint/2010/main" val="3256547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BAEB048-7FA0-C702-5F0E-89C11B21C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טיפים מעשיים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AB6699B-0B9A-B2B4-A62F-917795FD2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התקדמות שיטתית שלב אחר שלב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רישום וארגון מסודר של המידע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חזרה על הידיעות המרכזיות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תרגול הסברת הסוגיה לאחרים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חיפוש יישומים מעשיים</a:t>
            </a:r>
          </a:p>
        </p:txBody>
      </p:sp>
    </p:spTree>
    <p:extLst>
      <p:ext uri="{BB962C8B-B14F-4D97-AF65-F5344CB8AC3E}">
        <p14:creationId xmlns:p14="http://schemas.microsoft.com/office/powerpoint/2010/main" val="1181621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A0CB7D4-3DF6-BE64-9AE3-2A413D12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סיכום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516F06A-A45A-928E-03EC-A31E11238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דרך זו מובילה ל: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הבנה מעמיקה של הסוגיה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זכירה טובה לטווח ארוך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יכולת יישום והסברה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חיבור אמיתי לתורה</a:t>
            </a:r>
          </a:p>
        </p:txBody>
      </p:sp>
    </p:spTree>
    <p:extLst>
      <p:ext uri="{BB962C8B-B14F-4D97-AF65-F5344CB8AC3E}">
        <p14:creationId xmlns:p14="http://schemas.microsoft.com/office/powerpoint/2010/main" val="382829232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359</Words>
  <Application>Microsoft Office PowerPoint</Application>
  <PresentationFormat>מסך רחב</PresentationFormat>
  <Paragraphs>89</Paragraphs>
  <Slides>17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David</vt:lpstr>
      <vt:lpstr>ערכת נושא Office</vt:lpstr>
      <vt:lpstr>מצגת של PowerPoint‏</vt:lpstr>
      <vt:lpstr>לימוד וידיעת התורה</vt:lpstr>
      <vt:lpstr>מטרות הלימוד</vt:lpstr>
      <vt:lpstr>מטרות הלימוד</vt:lpstr>
      <vt:lpstr>תהליך הלימוד - מבט כללי</vt:lpstr>
      <vt:lpstr>זיהוי ידיעות - עקרונות</vt:lpstr>
      <vt:lpstr>זיהוי ידיעות - למעשה</vt:lpstr>
      <vt:lpstr>הגדרת כותרות - עקרונות</vt:lpstr>
      <vt:lpstr>הגדרת כותרות - למעשה</vt:lpstr>
      <vt:lpstr>ידיעות רקע - עקרונות</vt:lpstr>
      <vt:lpstr>ידיעות רקע - למעשה</vt:lpstr>
      <vt:lpstr>ידיעות מוסכמות - עקרונות</vt:lpstr>
      <vt:lpstr>ידיעות מוסכמות - למעשה</vt:lpstr>
      <vt:lpstr>הנידון המרכזי - עקרונות</vt:lpstr>
      <vt:lpstr>הנידון המרכזי - למעשה</vt:lpstr>
      <vt:lpstr>טיפים מעשיים</vt:lpstr>
      <vt:lpstr>סיכום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יהודה טאוב</dc:creator>
  <cp:lastModifiedBy>יהודה טאוב</cp:lastModifiedBy>
  <cp:revision>6</cp:revision>
  <dcterms:created xsi:type="dcterms:W3CDTF">2025-01-20T01:07:19Z</dcterms:created>
  <dcterms:modified xsi:type="dcterms:W3CDTF">2026-10-15T18:05:27Z</dcterms:modified>
</cp:coreProperties>
</file>