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78" r:id="rId2"/>
    <p:sldId id="279" r:id="rId3"/>
    <p:sldId id="280" r:id="rId4"/>
    <p:sldId id="281" r:id="rId5"/>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013" autoAdjust="0"/>
    <p:restoredTop sz="94660"/>
  </p:normalViewPr>
  <p:slideViewPr>
    <p:cSldViewPr snapToGrid="0">
      <p:cViewPr varScale="1">
        <p:scale>
          <a:sx n="83" d="100"/>
          <a:sy n="83" d="100"/>
        </p:scale>
        <p:origin x="643"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A8037C0-54B4-9082-0943-1761EC37796D}"/>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98A23E3D-5C36-F0EA-AE48-8689AB0E7C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4F3054C3-AB77-8ACB-738A-FC286357FBB7}"/>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6ED3EE1C-201E-6D75-9524-E804CC32674D}"/>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20391F3-D695-4E68-FBCD-95DE76826751}"/>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3955221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4407AAE-9734-D4B5-40E2-79BA918D6D0F}"/>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3EB924D-689A-79D7-1E9B-4923FBFB8DD3}"/>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B6966C4-A01A-7A22-5C54-F6BD6E00E2C3}"/>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3A03925B-CD9E-17A3-60FA-76507503B81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6033E05-7BD3-3AD0-DF3C-707633EF31AF}"/>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2836575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DDDCB9-0F39-AA5B-715F-994FAA26DBC2}"/>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B7E71BC-E366-38E2-71D2-52338A419B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CBA5D7F5-A569-74D3-A96B-5BA4D3CDB5D1}"/>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6B3678EF-67BA-0B52-AB88-523ECC39809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4B15D60-6D74-FE49-2074-D9E0A2099768}"/>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2795506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81E44F5-DBD3-F6A6-C62D-57ECDA1CFCC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3BCCC96-328D-8633-744B-184BB71A6942}"/>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A038572D-EB65-6703-9577-38768348F5E2}"/>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81AB2CB1-75DC-5240-8552-36D735C3855F}"/>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0149CC70-B5FB-7188-E857-29AE23A51F6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43216D5F-9AEF-BA9D-8DBE-808DC4B4F626}"/>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1354736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593D0E0-E4B4-3F95-CF84-D8C3C999556E}"/>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B79037AE-5790-467C-30C9-ECCCD69123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CC1FDD0D-7E81-5E52-6A72-ED75F63A70D7}"/>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04BC7367-B564-8B02-1A1C-4FB16054C6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8E8AF43-7EBF-17B3-D985-9A7B46090A68}"/>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D47B5256-0568-6D6F-9EFB-49EE911DA490}"/>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8" name="מציין מיקום של כותרת תחתונה 7">
            <a:extLst>
              <a:ext uri="{FF2B5EF4-FFF2-40B4-BE49-F238E27FC236}">
                <a16:creationId xmlns:a16="http://schemas.microsoft.com/office/drawing/2014/main" id="{F945D020-59AA-84AD-92B1-537187A6D225}"/>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C084655B-4967-058E-5B4D-7D0E0C1E249F}"/>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2566376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6B47FA-4E52-611E-0848-F8FAD20FB71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560559CF-1B3F-8E03-C025-B747E35BBC0D}"/>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4" name="מציין מיקום של כותרת תחתונה 3">
            <a:extLst>
              <a:ext uri="{FF2B5EF4-FFF2-40B4-BE49-F238E27FC236}">
                <a16:creationId xmlns:a16="http://schemas.microsoft.com/office/drawing/2014/main" id="{85271763-424C-8534-DEAB-6607932A97EA}"/>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7A330839-C52B-F956-DAC7-0076D49B25DA}"/>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2185461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4552E1C4-548C-4B92-B881-41B90E3F85AB}"/>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3" name="מציין מיקום של כותרת תחתונה 2">
            <a:extLst>
              <a:ext uri="{FF2B5EF4-FFF2-40B4-BE49-F238E27FC236}">
                <a16:creationId xmlns:a16="http://schemas.microsoft.com/office/drawing/2014/main" id="{93D68E9A-9ABE-10E9-7C49-2D08750C8F2B}"/>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D15684EE-BD65-5CB4-2603-C54F19313593}"/>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241542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C2586F-794B-8477-0F13-5227EB841ABF}"/>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F3A9C8F8-4027-6369-8F3F-DCF7D5541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4FAFAC70-348A-9563-1A45-FBA740A050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8CE9391-6A16-7AF3-67EF-46E940E93E68}"/>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60F478DE-52EF-7B07-EC1A-7249CC55369D}"/>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B0961F6D-8AED-2DE8-435E-10E52EEF2792}"/>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1119400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3B3806-ACF7-B12F-A347-0177B0690262}"/>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A577C204-22ED-2D05-5E26-4811BB6306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54D4EA5C-B21D-A0EE-FF21-C1DC7358E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694D7C5-9CBA-5D28-70B8-3E4CE9C5A0AC}"/>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6" name="מציין מיקום של כותרת תחתונה 5">
            <a:extLst>
              <a:ext uri="{FF2B5EF4-FFF2-40B4-BE49-F238E27FC236}">
                <a16:creationId xmlns:a16="http://schemas.microsoft.com/office/drawing/2014/main" id="{A48195E4-F938-622C-A73E-17A48628E0C1}"/>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BAD2D12-73C7-A297-50C6-0256ABA683CE}"/>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2361297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185A3E-F508-AD57-942C-0232DF475EA7}"/>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B8CA2D17-F8EC-9A93-D73A-A89555837D32}"/>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D7F99464-49A5-6C8C-3E81-7C9EF1947E19}"/>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9455628D-5D90-E93A-A1FB-673A3C5DD40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7F60811-2CB7-5BDE-4DD2-0139C7CF8EC2}"/>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1391945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28D45620-AF86-5E02-D07A-0EC478F2196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8A9A46B-93D1-BB98-1B69-F9E455CF085B}"/>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E6D4D82-E1C6-478E-9F6E-00E8B2342923}"/>
              </a:ext>
            </a:extLst>
          </p:cNvPr>
          <p:cNvSpPr>
            <a:spLocks noGrp="1"/>
          </p:cNvSpPr>
          <p:nvPr>
            <p:ph type="dt" sz="half" idx="10"/>
          </p:nvPr>
        </p:nvSpPr>
        <p:spPr/>
        <p:txBody>
          <a:body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7DA718FA-4020-C3D8-20F2-F3A9AEAC8CF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B9C87DC0-8255-8287-FEDE-F9AE9BAD67A6}"/>
              </a:ext>
            </a:extLst>
          </p:cNvPr>
          <p:cNvSpPr>
            <a:spLocks noGrp="1"/>
          </p:cNvSpPr>
          <p:nvPr>
            <p:ph type="sldNum" sz="quarter" idx="12"/>
          </p:nvPr>
        </p:nvSpPr>
        <p:spPr/>
        <p:txBody>
          <a:bodyPr/>
          <a:lstStyle/>
          <a:p>
            <a:fld id="{583F49D2-39A7-4013-96B0-9BB0E3ED0159}" type="slidenum">
              <a:rPr lang="he-IL" smtClean="0"/>
              <a:t>‹#›</a:t>
            </a:fld>
            <a:endParaRPr lang="he-IL"/>
          </a:p>
        </p:txBody>
      </p:sp>
    </p:spTree>
    <p:extLst>
      <p:ext uri="{BB962C8B-B14F-4D97-AF65-F5344CB8AC3E}">
        <p14:creationId xmlns:p14="http://schemas.microsoft.com/office/powerpoint/2010/main" val="411633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209F5DDD-4503-2A5C-6A61-92B85362B98C}"/>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2DEECCDA-C364-03DD-D443-204D5C2C83D3}"/>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CC8D257-3B41-3F0E-2E84-1EF4DB31FFDC}"/>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CD2F75B5-9FA4-4E86-846C-3FFB42C75120}" type="datetimeFigureOut">
              <a:rPr lang="he-IL" smtClean="0"/>
              <a:t>ד'/חשון/תשפ"ז</a:t>
            </a:fld>
            <a:endParaRPr lang="he-IL"/>
          </a:p>
        </p:txBody>
      </p:sp>
      <p:sp>
        <p:nvSpPr>
          <p:cNvPr id="5" name="מציין מיקום של כותרת תחתונה 4">
            <a:extLst>
              <a:ext uri="{FF2B5EF4-FFF2-40B4-BE49-F238E27FC236}">
                <a16:creationId xmlns:a16="http://schemas.microsoft.com/office/drawing/2014/main" id="{C8289F34-7E0A-D968-3C33-086924DC02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18958B5F-67C6-AB0A-7A7D-9042965BECB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583F49D2-39A7-4013-96B0-9BB0E3ED0159}" type="slidenum">
              <a:rPr lang="he-IL" smtClean="0"/>
              <a:t>‹#›</a:t>
            </a:fld>
            <a:endParaRPr lang="he-IL"/>
          </a:p>
        </p:txBody>
      </p:sp>
    </p:spTree>
    <p:extLst>
      <p:ext uri="{BB962C8B-B14F-4D97-AF65-F5344CB8AC3E}">
        <p14:creationId xmlns:p14="http://schemas.microsoft.com/office/powerpoint/2010/main" val="42437267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DD03C8E3-66C4-C60C-CD98-84CD84BA59A8}"/>
              </a:ext>
            </a:extLst>
          </p:cNvPr>
          <p:cNvPicPr>
            <a:picLocks noChangeAspect="1"/>
          </p:cNvPicPr>
          <p:nvPr/>
        </p:nvPicPr>
        <p:blipFill>
          <a:blip r:embed="rId2"/>
          <a:stretch>
            <a:fillRect/>
          </a:stretch>
        </p:blipFill>
        <p:spPr>
          <a:xfrm>
            <a:off x="1348161" y="0"/>
            <a:ext cx="9126224" cy="943107"/>
          </a:xfrm>
          <a:prstGeom prst="rect">
            <a:avLst/>
          </a:prstGeom>
        </p:spPr>
      </p:pic>
      <p:sp>
        <p:nvSpPr>
          <p:cNvPr id="7" name="תיבת טקסט 6">
            <a:extLst>
              <a:ext uri="{FF2B5EF4-FFF2-40B4-BE49-F238E27FC236}">
                <a16:creationId xmlns:a16="http://schemas.microsoft.com/office/drawing/2014/main" id="{D3F9D30E-72C6-6F6B-581A-AA238CD2EEC9}"/>
              </a:ext>
            </a:extLst>
          </p:cNvPr>
          <p:cNvSpPr txBox="1"/>
          <p:nvPr/>
        </p:nvSpPr>
        <p:spPr>
          <a:xfrm>
            <a:off x="7010400" y="1348509"/>
            <a:ext cx="4996873" cy="3378682"/>
          </a:xfrm>
          <a:prstGeom prst="rect">
            <a:avLst/>
          </a:prstGeom>
          <a:noFill/>
        </p:spPr>
        <p:txBody>
          <a:bodyPr wrap="square" rtlCol="1">
            <a:spAutoFit/>
          </a:bodyPr>
          <a:lstStyle/>
          <a:p>
            <a:pPr marL="0" marR="0" lvl="0" indent="0" algn="just"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רָאשֵׁי חֳדָשִׁים לְעַמְּךָ נָתָתָּ זְמַן כַּפָּרָה לְכָל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תּוֹלְדוֹתָם</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 בִּהְיוֹתָם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מַקְרִיבִין</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 לְפָנֶיךָ זִבְחֵי רָצוֹן וּשְׂעִירֵי חַטָּאת לְכַפֵּר בַּעֲדָם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זִכָּרוֹן</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 לְכוּלָּם יִהְיוּ תְּשׁוּעַת נַפְשָׁם מִיַּד שׂוֹנֵא </a:t>
            </a:r>
          </a:p>
          <a:p>
            <a:pPr marL="0" marR="0" lvl="0" indent="0" algn="just"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מִזְבֵּחַ חָדָשׁ בְּצִיּון תָּכִין </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David" panose="020E0502060401010101" pitchFamily="34" charset="-79"/>
              </a:rPr>
              <a:t>וְעוֹלַת רֹאשׁ הַחֹדֶשׁ וּשְׂעִירֵי עִַּיזִים נַעֲשֶׂה בְרָצוֹן וּבַעֲבוֹדַת בֵּית הַמִּקְדָּשׁ נִשְׂמַח כּוּלָנוּ וְשִׁירֵי דָּוִד עַבְדָּךְ נִשְׁמַע בְּעִירָךְ הָאֲמוּרִים לִפְנֵי מִזְבָּחָךְ אַהֲבַת עוֹלָם תָּבִיא לָהֶם וּבְרִית אָבוֹת לְבָּנִים תִּזְכּוֹר. וַהֲבִיאֵנוּ לְצִיּוֹן עִירְךָ בַּרִינָה וְלִירוּשָׁלַֽםִ בֵּית מִקְדָּשְׁךָ בְּשִׂמְחַת עוֹלָם.</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p:txBody>
      </p:sp>
      <p:pic>
        <p:nvPicPr>
          <p:cNvPr id="9" name="תמונה 8">
            <a:extLst>
              <a:ext uri="{FF2B5EF4-FFF2-40B4-BE49-F238E27FC236}">
                <a16:creationId xmlns:a16="http://schemas.microsoft.com/office/drawing/2014/main" id="{81718D02-1A84-AFAE-232D-BB2577BD8296}"/>
              </a:ext>
            </a:extLst>
          </p:cNvPr>
          <p:cNvPicPr>
            <a:picLocks noChangeAspect="1"/>
          </p:cNvPicPr>
          <p:nvPr/>
        </p:nvPicPr>
        <p:blipFill>
          <a:blip r:embed="rId3"/>
          <a:stretch>
            <a:fillRect/>
          </a:stretch>
        </p:blipFill>
        <p:spPr>
          <a:xfrm>
            <a:off x="720792" y="4931542"/>
            <a:ext cx="9383434" cy="1409897"/>
          </a:xfrm>
          <a:prstGeom prst="rect">
            <a:avLst/>
          </a:prstGeom>
        </p:spPr>
      </p:pic>
      <p:sp>
        <p:nvSpPr>
          <p:cNvPr id="10" name="תיבת טקסט 9">
            <a:extLst>
              <a:ext uri="{FF2B5EF4-FFF2-40B4-BE49-F238E27FC236}">
                <a16:creationId xmlns:a16="http://schemas.microsoft.com/office/drawing/2014/main" id="{968C7AB8-F1B9-7FA3-0637-071DD1E8CFDC}"/>
              </a:ext>
            </a:extLst>
          </p:cNvPr>
          <p:cNvSpPr txBox="1"/>
          <p:nvPr/>
        </p:nvSpPr>
        <p:spPr>
          <a:xfrm>
            <a:off x="831273" y="1477818"/>
            <a:ext cx="5153891" cy="2550698"/>
          </a:xfrm>
          <a:prstGeom prst="rect">
            <a:avLst/>
          </a:prstGeom>
          <a:noFill/>
        </p:spPr>
        <p:txBody>
          <a:bodyPr wrap="square" rtlCol="1">
            <a:spAutoFit/>
          </a:bodyPr>
          <a:lstStyle/>
          <a:p>
            <a:pPr marL="0" marR="0" lvl="0" indent="0" algn="just"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אָבִינוּ מַלְכֵּנוּ. גַּלֵּה כְּבוֹד מַלְכוּתְךָ עָלֵינוּ מְהֵרָה. וְהוֹפַע וְהִנָּשֵֹא עָלֵינוּ לְעֵינֵי כָּל חָי. וְקָרֵב פְּזוּרֵינוּ מִבֵּין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David" panose="020E0502060401010101" pitchFamily="34" charset="-79"/>
              </a:rPr>
              <a:t>הַגּוֹיִם</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David" panose="020E0502060401010101" pitchFamily="34" charset="-79"/>
              </a:rPr>
              <a:t>וּנְפוּצוֹתֵינו</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 כַּנֵּס מִיַּרְכְּתֵי אָרֶץ. </a:t>
            </a:r>
          </a:p>
          <a:p>
            <a:pPr marL="0" marR="0" lvl="0" indent="0" algn="just"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וַהֲבִיאֵנוּ לְצִיּוֹן עִירְךָ בְּרִנָּה. וְלִירוּשָׁלַיִם בֵּית מִקְדָּשְׁךָ בְּשִֹמְחַת עוֹלָם. וְשָׁם נַעֲשֶֹה לְפָנֶיךָ אֶת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David" panose="020E0502060401010101" pitchFamily="34" charset="-79"/>
              </a:rPr>
              <a:t>קָרְבְּנוֹת</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 חוֹבוֹתֵינוּ </a:t>
            </a:r>
            <a:r>
              <a:rPr kumimoji="0" lang="he-IL"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David" panose="020E0502060401010101" pitchFamily="34" charset="-79"/>
              </a:rPr>
              <a:t>תְּמִידִים</a:t>
            </a:r>
            <a:r>
              <a:rPr kumimoji="0" lang="he-IL"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David" panose="020E0502060401010101" pitchFamily="34" charset="-79"/>
              </a:rPr>
              <a:t> כְּסִדְרָם וּמוּסָפִים כְּהִלְכָתָם:</a:t>
            </a:r>
          </a:p>
        </p:txBody>
      </p:sp>
    </p:spTree>
    <p:extLst>
      <p:ext uri="{BB962C8B-B14F-4D97-AF65-F5344CB8AC3E}">
        <p14:creationId xmlns:p14="http://schemas.microsoft.com/office/powerpoint/2010/main" val="3918922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descr="תמונה שמכילה בחוץ, שמיים, קרקע, דיונות&#10;&#10;תוכן שנוצר על-ידי בינה מלאכותית עשוי להיות שגוי.">
            <a:extLst>
              <a:ext uri="{FF2B5EF4-FFF2-40B4-BE49-F238E27FC236}">
                <a16:creationId xmlns:a16="http://schemas.microsoft.com/office/drawing/2014/main" id="{9729091F-AEBF-8FD5-7781-79522E189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תמונה 2">
            <a:extLst>
              <a:ext uri="{FF2B5EF4-FFF2-40B4-BE49-F238E27FC236}">
                <a16:creationId xmlns:a16="http://schemas.microsoft.com/office/drawing/2014/main" id="{23994B4F-878D-188D-EDFC-83B3A209A761}"/>
              </a:ext>
            </a:extLst>
          </p:cNvPr>
          <p:cNvPicPr>
            <a:picLocks noChangeAspect="1"/>
          </p:cNvPicPr>
          <p:nvPr/>
        </p:nvPicPr>
        <p:blipFill>
          <a:blip r:embed="rId3"/>
          <a:stretch>
            <a:fillRect/>
          </a:stretch>
        </p:blipFill>
        <p:spPr>
          <a:xfrm>
            <a:off x="1029774" y="4380755"/>
            <a:ext cx="9412013" cy="2400635"/>
          </a:xfrm>
          <a:prstGeom prst="rect">
            <a:avLst/>
          </a:prstGeom>
        </p:spPr>
      </p:pic>
      <p:pic>
        <p:nvPicPr>
          <p:cNvPr id="5" name="תמונה 4">
            <a:extLst>
              <a:ext uri="{FF2B5EF4-FFF2-40B4-BE49-F238E27FC236}">
                <a16:creationId xmlns:a16="http://schemas.microsoft.com/office/drawing/2014/main" id="{8EF88402-9D45-F1D4-1AF5-12A21602D5BC}"/>
              </a:ext>
            </a:extLst>
          </p:cNvPr>
          <p:cNvPicPr>
            <a:picLocks noChangeAspect="1"/>
          </p:cNvPicPr>
          <p:nvPr/>
        </p:nvPicPr>
        <p:blipFill>
          <a:blip r:embed="rId4"/>
          <a:stretch>
            <a:fillRect/>
          </a:stretch>
        </p:blipFill>
        <p:spPr>
          <a:xfrm>
            <a:off x="1274907" y="140421"/>
            <a:ext cx="9124950" cy="942975"/>
          </a:xfrm>
          <a:prstGeom prst="rect">
            <a:avLst/>
          </a:prstGeom>
        </p:spPr>
      </p:pic>
    </p:spTree>
    <p:extLst>
      <p:ext uri="{BB962C8B-B14F-4D97-AF65-F5344CB8AC3E}">
        <p14:creationId xmlns:p14="http://schemas.microsoft.com/office/powerpoint/2010/main" val="2673290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62F76-9C23-2199-1FC0-C0E643EB3B3E}"/>
            </a:ext>
          </a:extLst>
        </p:cNvPr>
        <p:cNvGrpSpPr/>
        <p:nvPr/>
      </p:nvGrpSpPr>
      <p:grpSpPr>
        <a:xfrm>
          <a:off x="0" y="0"/>
          <a:ext cx="0" cy="0"/>
          <a:chOff x="0" y="0"/>
          <a:chExt cx="0" cy="0"/>
        </a:xfrm>
      </p:grpSpPr>
      <p:pic>
        <p:nvPicPr>
          <p:cNvPr id="5" name="תמונה 4">
            <a:extLst>
              <a:ext uri="{FF2B5EF4-FFF2-40B4-BE49-F238E27FC236}">
                <a16:creationId xmlns:a16="http://schemas.microsoft.com/office/drawing/2014/main" id="{8A99C260-A653-FA66-98C8-71A0AF612714}"/>
              </a:ext>
            </a:extLst>
          </p:cNvPr>
          <p:cNvPicPr>
            <a:picLocks noChangeAspect="1"/>
          </p:cNvPicPr>
          <p:nvPr/>
        </p:nvPicPr>
        <p:blipFill>
          <a:blip r:embed="rId2"/>
          <a:stretch>
            <a:fillRect/>
          </a:stretch>
        </p:blipFill>
        <p:spPr>
          <a:xfrm>
            <a:off x="1274907" y="140421"/>
            <a:ext cx="9124950" cy="942975"/>
          </a:xfrm>
          <a:prstGeom prst="rect">
            <a:avLst/>
          </a:prstGeom>
        </p:spPr>
      </p:pic>
      <p:pic>
        <p:nvPicPr>
          <p:cNvPr id="4" name="תמונה 3">
            <a:extLst>
              <a:ext uri="{FF2B5EF4-FFF2-40B4-BE49-F238E27FC236}">
                <a16:creationId xmlns:a16="http://schemas.microsoft.com/office/drawing/2014/main" id="{3FE5597A-0CA1-120F-0F0C-802FF199F997}"/>
              </a:ext>
            </a:extLst>
          </p:cNvPr>
          <p:cNvPicPr>
            <a:picLocks noChangeAspect="1"/>
          </p:cNvPicPr>
          <p:nvPr/>
        </p:nvPicPr>
        <p:blipFill>
          <a:blip r:embed="rId3"/>
          <a:stretch>
            <a:fillRect/>
          </a:stretch>
        </p:blipFill>
        <p:spPr>
          <a:xfrm>
            <a:off x="1100642" y="1184892"/>
            <a:ext cx="9307224" cy="1495634"/>
          </a:xfrm>
          <a:prstGeom prst="rect">
            <a:avLst/>
          </a:prstGeom>
        </p:spPr>
      </p:pic>
      <p:pic>
        <p:nvPicPr>
          <p:cNvPr id="7" name="תמונה 6">
            <a:extLst>
              <a:ext uri="{FF2B5EF4-FFF2-40B4-BE49-F238E27FC236}">
                <a16:creationId xmlns:a16="http://schemas.microsoft.com/office/drawing/2014/main" id="{853CB8A0-EEB2-2443-7C57-D70FEFC478A0}"/>
              </a:ext>
            </a:extLst>
          </p:cNvPr>
          <p:cNvPicPr>
            <a:picLocks noChangeAspect="1"/>
          </p:cNvPicPr>
          <p:nvPr/>
        </p:nvPicPr>
        <p:blipFill>
          <a:blip r:embed="rId4"/>
          <a:stretch>
            <a:fillRect/>
          </a:stretch>
        </p:blipFill>
        <p:spPr>
          <a:xfrm>
            <a:off x="937122" y="2689831"/>
            <a:ext cx="9431066" cy="5782482"/>
          </a:xfrm>
          <a:prstGeom prst="rect">
            <a:avLst/>
          </a:prstGeom>
        </p:spPr>
      </p:pic>
    </p:spTree>
    <p:extLst>
      <p:ext uri="{BB962C8B-B14F-4D97-AF65-F5344CB8AC3E}">
        <p14:creationId xmlns:p14="http://schemas.microsoft.com/office/powerpoint/2010/main" val="860539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40E95FC7-BF1F-5A53-43B6-976A7BDE59E1}"/>
              </a:ext>
            </a:extLst>
          </p:cNvPr>
          <p:cNvPicPr>
            <a:picLocks noChangeAspect="1"/>
          </p:cNvPicPr>
          <p:nvPr/>
        </p:nvPicPr>
        <p:blipFill>
          <a:blip r:embed="rId2"/>
          <a:stretch>
            <a:fillRect/>
          </a:stretch>
        </p:blipFill>
        <p:spPr>
          <a:xfrm>
            <a:off x="1399229" y="1060919"/>
            <a:ext cx="9412013" cy="5696745"/>
          </a:xfrm>
          <a:prstGeom prst="rect">
            <a:avLst/>
          </a:prstGeom>
        </p:spPr>
      </p:pic>
      <p:pic>
        <p:nvPicPr>
          <p:cNvPr id="4" name="תמונה 3">
            <a:extLst>
              <a:ext uri="{FF2B5EF4-FFF2-40B4-BE49-F238E27FC236}">
                <a16:creationId xmlns:a16="http://schemas.microsoft.com/office/drawing/2014/main" id="{400A9F01-9A1B-E79B-FF6E-71FA0FEB7390}"/>
              </a:ext>
            </a:extLst>
          </p:cNvPr>
          <p:cNvPicPr>
            <a:picLocks noChangeAspect="1"/>
          </p:cNvPicPr>
          <p:nvPr/>
        </p:nvPicPr>
        <p:blipFill>
          <a:blip r:embed="rId3"/>
          <a:stretch>
            <a:fillRect/>
          </a:stretch>
        </p:blipFill>
        <p:spPr>
          <a:xfrm>
            <a:off x="1477330" y="0"/>
            <a:ext cx="9126503" cy="944962"/>
          </a:xfrm>
          <a:prstGeom prst="rect">
            <a:avLst/>
          </a:prstGeom>
        </p:spPr>
      </p:pic>
    </p:spTree>
    <p:extLst>
      <p:ext uri="{BB962C8B-B14F-4D97-AF65-F5344CB8AC3E}">
        <p14:creationId xmlns:p14="http://schemas.microsoft.com/office/powerpoint/2010/main" val="2214960127"/>
      </p:ext>
    </p:extLst>
  </p:cSld>
  <p:clrMapOvr>
    <a:masterClrMapping/>
  </p:clrMapOvr>
</p:sld>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115</Words>
  <Application>Microsoft Office PowerPoint</Application>
  <PresentationFormat>מסך רחב</PresentationFormat>
  <Paragraphs>4</Paragraphs>
  <Slides>4</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4</vt:i4>
      </vt:variant>
    </vt:vector>
  </HeadingPairs>
  <TitlesOfParts>
    <vt:vector size="9" baseType="lpstr">
      <vt:lpstr>Aptos</vt:lpstr>
      <vt:lpstr>Aptos Display</vt:lpstr>
      <vt:lpstr>Arial</vt:lpstr>
      <vt:lpstr>Times New Roman</vt:lpstr>
      <vt:lpstr>1_ערכת נושא Office</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יהודה טאוב</dc:creator>
  <cp:lastModifiedBy>יהודה טאוב</cp:lastModifiedBy>
  <cp:revision>1</cp:revision>
  <dcterms:created xsi:type="dcterms:W3CDTF">2025-03-19T15:35:56Z</dcterms:created>
  <dcterms:modified xsi:type="dcterms:W3CDTF">2026-10-15T18:05:30Z</dcterms:modified>
</cp:coreProperties>
</file>