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83" d="100"/>
          <a:sy n="83" d="100"/>
        </p:scale>
        <p:origin x="65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0A68B01-7BA8-412B-8ADE-D5A7B333563D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7BA01363-3839-4B40-8999-6BCCDB6104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69465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תמונה המורכבת משלושה אברכים:</a:t>
            </a:r>
          </a:p>
          <a:p>
            <a:r>
              <a:rPr lang="he-IL" dirty="0"/>
              <a:t>- אחד לומד מתוך גמרא</a:t>
            </a:r>
          </a:p>
          <a:p>
            <a:r>
              <a:rPr lang="he-IL" dirty="0"/>
              <a:t>- השני כותב חידושים</a:t>
            </a:r>
          </a:p>
          <a:p>
            <a:r>
              <a:rPr lang="he-IL" dirty="0"/>
              <a:t>- השלישי עומד ומסביר לשניים בתנועות ידיים</a:t>
            </a:r>
          </a:p>
          <a:p>
            <a:r>
              <a:rPr lang="he-IL" dirty="0"/>
              <a:t>התמונה מדגישה את הדינמיקה של למידה, הבנה והסברה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01363-3839-4B40-8999-6BCCDB6104BC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19658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שקופית 6: סיכום</a:t>
            </a:r>
          </a:p>
          <a:p>
            <a:pPr algn="r" rtl="1"/>
            <a:r>
              <a:rPr lang="he-IL" dirty="0">
                <a:effectLst/>
              </a:rPr>
              <a:t>תמונה של אברך צעיר עם שלושה מעגלי השפעה: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he-IL" dirty="0">
                <a:effectLst/>
              </a:rPr>
              <a:t>במרכז: הוא לומד בעיון מתוך גמרא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he-IL" dirty="0">
                <a:effectLst/>
              </a:rPr>
              <a:t>מעגל שני: מסביר לחברותא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he-IL" dirty="0">
                <a:effectLst/>
              </a:rPr>
              <a:t>מעגל שלישי: יישום מעשי של הלימוד</a:t>
            </a: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01363-3839-4B40-8999-6BCCDB6104BC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9883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FA1EDD0-25E7-B305-43E3-68D5A554D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C33B853-8D9C-07C7-7B28-3496E4368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16FA540-BCEF-C2B1-5AF4-3A4E7C84B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CB496-7C61-4BC1-99A3-38AD49E9012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2DD8DCE-0166-4E99-C9C5-7FE42B082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9E05E1F-7C90-3914-FFE0-AFE6E4F9D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2AE2-5FA4-49C9-ACF3-0BF1171B6FC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045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B2C64F-3EC7-05D4-834A-134CC2599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B0169E7-2F45-61E8-ADBD-A29D0CD93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9F9F00F-E499-CB50-5421-B9609C24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CB496-7C61-4BC1-99A3-38AD49E9012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3DF8799-0060-B921-EEF9-2E1A1A33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F2A6DC6-3BCF-2822-DA31-B166789E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2AE2-5FA4-49C9-ACF3-0BF1171B6FC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6945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816E6A-267C-B2F4-5974-CC4F61603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607E804-80B2-02EB-AA91-7791F1670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F023F9A-187D-F6A3-82F8-2E7F77378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CB496-7C61-4BC1-99A3-38AD49E9012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ED9C0E2-4D0D-E268-CA2B-BAF4EA455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81A029D-569F-FAE8-C1AC-38E1EE238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2AE2-5FA4-49C9-ACF3-0BF1171B6FC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5954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C30DA4A-0C66-AA9D-0063-BBEDE5264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A350BB6-89FA-2317-3D82-0D4718108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FF81AFE-570E-A1FB-C16F-6D9EA09A6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00235C5-9551-4B52-1492-D2F86F21B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CB496-7C61-4BC1-99A3-38AD49E9012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EB1B9FE-0439-9A4E-5FAF-ECC4258C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ADEA7B-204D-5127-E5EE-A6C1C7783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2AE2-5FA4-49C9-ACF3-0BF1171B6FC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143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DD8B6F3-D776-F8C4-0003-9DE619A6B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203FD5A-4DB8-ACEE-35E8-5F5B78103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465AE77-D000-033D-D0EC-C498E6297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751B1F9-7389-3FFB-A16A-FAD19EC19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2238ED99-A8C0-EC7A-2053-0B981F788E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2CA0E45E-E9CA-F68D-C708-BB318225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CB496-7C61-4BC1-99A3-38AD49E9012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8D57B113-6D83-3967-8093-94B219A57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03A8D0E-9FF5-A102-4B97-7861F7422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2AE2-5FA4-49C9-ACF3-0BF1171B6FC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3619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257D08F-6D34-6ECC-50F2-CB7B8C35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BC8961A-5191-EF5D-0CF9-A4A0A332E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CB496-7C61-4BC1-99A3-38AD49E9012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4308ED8-8450-EB4A-376D-6A6E3647A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165CB6DB-8BAA-71B6-73B4-8D87A148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2AE2-5FA4-49C9-ACF3-0BF1171B6FC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538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D42219F5-E56B-5848-56B3-FBAA77CEB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CB496-7C61-4BC1-99A3-38AD49E9012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CC46AFF-CC6B-95B4-004B-0F940061B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9EEB518-92C1-3CA6-78DB-37EF928F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2AE2-5FA4-49C9-ACF3-0BF1171B6FC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6893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252EB1-915B-A9C4-EECC-21DA6F025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01A2131-5015-CA03-54F3-F8A4F4B64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374C99CE-4437-3B16-C73E-309E1CA40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2E4A46A-F2FC-97A6-AEEC-A2BC51FB2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CB496-7C61-4BC1-99A3-38AD49E9012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B0FE2FD-F592-3599-D01A-12ABDD818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4659DAD-6393-FCA9-D363-70D5F5754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2AE2-5FA4-49C9-ACF3-0BF1171B6FC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7444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795DDB-806C-B4C3-601F-4C89AC4B2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25252D-A621-97E0-2670-A2D438349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0069B56-1B2C-6114-A4B7-7E059D89A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C6ABFCD-5B81-D0B8-EEC6-A726F7D64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CB496-7C61-4BC1-99A3-38AD49E9012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A080D0B-1BA2-C73D-504C-DA52B2DF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AB6A32D-3ECE-9FDB-D1BF-54898C10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2AE2-5FA4-49C9-ACF3-0BF1171B6FC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3958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F401E19-7B95-A9DF-4211-908327F0F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BF87185-D54E-70C0-9BA8-55C8E7C98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CBA982F-AEA6-6734-5B6E-A5A9DC142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CB496-7C61-4BC1-99A3-38AD49E9012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EA22ECB-402B-BC98-6440-7B96DCA6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919F51D-7D8D-BCFD-62F1-03E82952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2AE2-5FA4-49C9-ACF3-0BF1171B6FC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2079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7967BF75-67C4-8600-361E-3DD4EB394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B8D98B3-A3BC-A023-C458-1C2046C7C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3989962-0072-485E-B142-065351EA5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CB496-7C61-4BC1-99A3-38AD49E9012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DD01B72-BFA7-E3BE-DC28-744FF33E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92DC374-4F2F-8016-9A44-49ECEE3F8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2AE2-5FA4-49C9-ACF3-0BF1171B6FC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8440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כותר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78F5F74-D4ED-6688-065E-68013107D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4C672E9-BECD-52F2-048D-6729334CC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22BA6F4-FCF1-285A-C68C-2B6335B23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CB496-7C61-4BC1-99A3-38AD49E9012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EC0BD97-31F8-CCE6-BF4D-3152B6AE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66BA146-F7DF-D29D-E07A-F61FB417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2AE2-5FA4-49C9-ACF3-0BF1171B6FC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68229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325EB36A-F98B-4943-E634-302D8D714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2662065-36D8-F268-3625-7524D08E1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11761C0-A00F-A488-9982-14F4E5225E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CB496-7C61-4BC1-99A3-38AD49E9012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16D3D4A-B367-4BCD-E237-73C880727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0524C49-0CB6-6DD3-7CD5-1209B81DC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72AE2-5FA4-49C9-ACF3-0BF1171B6FC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61381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242D7B7-DBA3-FEA7-A7FE-700A6BE10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800" dirty="0">
                <a:solidFill>
                  <a:srgbClr val="000080"/>
                </a:solidFill>
                <a:latin typeface="David" panose="020E0502060401010101" pitchFamily="34" charset="-79"/>
              </a:rPr>
              <a:t>לימוד על מנת ללמד ולעשות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3ACC1FA-D9CE-D8CD-E55C-DECADBACF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שינוי תפיסה בהבנת המושגים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B3ED03B1-44FF-09CC-89A2-87EAD9421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96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181E46-E9BB-EB9A-0445-0F9E371B7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התפיסה המסורתית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0A0C5CD-12A3-22E8-2A97-6E1B53B99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לימוד על מנת ללמד:</a:t>
            </a: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הכנה למשרת הוראה בעתיד</a:t>
            </a: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לימוד היום כדי ללמד מחר</a:t>
            </a:r>
          </a:p>
          <a:p>
            <a:endParaRPr lang="he-IL" sz="3200" dirty="0">
              <a:solidFill>
                <a:srgbClr val="000000"/>
              </a:solidFill>
              <a:latin typeface="David" panose="020E0502060401010101" pitchFamily="34" charset="-79"/>
            </a:endParaRP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לימוד על מנת לעשות:</a:t>
            </a: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לימוד הלכה ליישום מעשי</a:t>
            </a: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הכנה לקיום המצוות בפועל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9131A293-DCD3-F83A-8459-3E2C11BFF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34545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505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0EB0C7-AB2E-65AB-A03C-9AE0DBE7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החידוש בהבנת המושגים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529A3E2-A0C2-F341-F161-8D8F66E82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לימוד על מנת ללמד:</a:t>
            </a: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בהירות שמאפשרת הסברה מיידית</a:t>
            </a:r>
          </a:p>
          <a:p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• יכולת להעביר את הידע לאחרים כבר עכשיו</a:t>
            </a:r>
          </a:p>
          <a:p>
            <a:endParaRPr lang="he-IL" sz="3200" dirty="0">
              <a:solidFill>
                <a:srgbClr val="000000"/>
              </a:solidFill>
              <a:latin typeface="David" panose="020E0502060401010101" pitchFamily="34" charset="-79"/>
            </a:endParaRP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לימוד על מנת לעשות:</a:t>
            </a: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בהירות שמחברת לעולם המעשה</a:t>
            </a:r>
          </a:p>
          <a:p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</a:rPr>
              <a:t>• הבנה ברמת יישום אפשרי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998C298-0DC3-5763-1DE9-0EED91ADF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0218" cy="544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233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0B132EB-965E-B91C-4E96-3DBF1BB77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השוואה בין התפיסות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4C9F985-9253-5F88-8E1D-E06F27C17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תפיסה מסורתית: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מטרות חיצוניות ועתידיות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דגש על התוצאה הסופית</a:t>
            </a:r>
          </a:p>
          <a:p>
            <a:endParaRPr lang="he-IL" sz="3200">
              <a:solidFill>
                <a:srgbClr val="000000"/>
              </a:solidFill>
              <a:latin typeface="David" panose="020E0502060401010101" pitchFamily="34" charset="-79"/>
            </a:endParaRP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התפיסה החדשה: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מדד לאיכות הלימוד הנוכחי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דגש על רמת הבהירות וההבנה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D289AA81-DB28-604D-8E43-A71BBB24F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75927" cy="5975927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EC3AC912-A117-681F-801C-637959F8920A}"/>
              </a:ext>
            </a:extLst>
          </p:cNvPr>
          <p:cNvSpPr txBox="1"/>
          <p:nvPr/>
        </p:nvSpPr>
        <p:spPr>
          <a:xfrm>
            <a:off x="193964" y="6151418"/>
            <a:ext cx="5615709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/>
              <a:t>- למעלה: תלמיד יושב מול </a:t>
            </a:r>
            <a:r>
              <a:rPr lang="he-IL" sz="1400" dirty="0" err="1"/>
              <a:t>ערימת</a:t>
            </a:r>
            <a:r>
              <a:rPr lang="he-IL" sz="1400" dirty="0"/>
              <a:t> ספרים גדולה בשקידה (מייצג הכנה לעתיד) - למטה: שני אברכים בדיון סוער סביב סוגיה, אחד מקשיב והשני מסביר (מייצג הבנה עכשווית) </a:t>
            </a:r>
          </a:p>
        </p:txBody>
      </p:sp>
    </p:spTree>
    <p:extLst>
      <p:ext uri="{BB962C8B-B14F-4D97-AF65-F5344CB8AC3E}">
        <p14:creationId xmlns:p14="http://schemas.microsoft.com/office/powerpoint/2010/main" val="3240396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FC2F7BC-54D9-AEB0-BAFA-BDE402A57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משמעות מעשית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DDE9E18-258A-8371-119E-E7D120E19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לימוד בבהירות המאפשרת הסברה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חיבור הידע למציאות החיים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בדיקת רמת ההבנה דרך יכולת ההסברה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יצירת חיבור מיידי בין הלימוד למעשה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8C4092C2-2184-E738-8509-3970D1149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98109" cy="449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676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8506F0C-E76B-E320-263D-0F70E437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solidFill>
                  <a:srgbClr val="000080"/>
                </a:solidFill>
                <a:latin typeface="David" panose="020E0502060401010101" pitchFamily="34" charset="-79"/>
              </a:rPr>
              <a:t>סיכום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F38FE23-72E8-BD05-678D-1A2D8EB75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שינוי התפיסה מביא ל: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העמקת הלימוד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הבנה ברורה יותר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חיבור מיידי לחיים המעשיים</a:t>
            </a:r>
          </a:p>
          <a:p>
            <a:r>
              <a:rPr lang="he-IL" sz="3200">
                <a:solidFill>
                  <a:srgbClr val="000000"/>
                </a:solidFill>
                <a:latin typeface="David" panose="020E0502060401010101" pitchFamily="34" charset="-79"/>
              </a:rPr>
              <a:t>• יכולת להעביר את הידע הלאה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E4FDE1A4-C79B-58C6-8225-F104328CB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05236" cy="610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24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865FE6E-7F2E-487A-4C4E-359415F68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04CFABD-BE50-EE6C-68C0-E200E0DFB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15D7A19F-3FDF-1B50-652E-3DB0B5A47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122" y="405122"/>
            <a:ext cx="6047756" cy="604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6612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255</Words>
  <Application>Microsoft Office PowerPoint</Application>
  <PresentationFormat>מסך רחב</PresentationFormat>
  <Paragraphs>50</Paragraphs>
  <Slides>7</Slides>
  <Notes>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David</vt:lpstr>
      <vt:lpstr>ערכת נושא Office</vt:lpstr>
      <vt:lpstr>לימוד על מנת ללמד ולעשות</vt:lpstr>
      <vt:lpstr>התפיסה המסורתית</vt:lpstr>
      <vt:lpstr>החידוש בהבנת המושגים</vt:lpstr>
      <vt:lpstr>השוואה בין התפיסות</vt:lpstr>
      <vt:lpstr>משמעות מעשית</vt:lpstr>
      <vt:lpstr>סיכום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יהודה טאוב</dc:creator>
  <cp:lastModifiedBy>יהודה טאוב</cp:lastModifiedBy>
  <cp:revision>1</cp:revision>
  <dcterms:created xsi:type="dcterms:W3CDTF">2025-01-20T01:23:38Z</dcterms:created>
  <dcterms:modified xsi:type="dcterms:W3CDTF">2026-10-15T18:05:27Z</dcterms:modified>
</cp:coreProperties>
</file>