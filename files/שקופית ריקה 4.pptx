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2">
  <p:sldMasterIdLst>
    <p:sldMasterId id="2147483728" r:id="rId1"/>
    <p:sldMasterId id="2147483660" r:id="rId2"/>
    <p:sldMasterId id="2147483711" r:id="rId3"/>
    <p:sldMasterId id="2147483745" r:id="rId4"/>
  </p:sldMasterIdLst>
  <p:notesMasterIdLst>
    <p:notesMasterId r:id="rId18"/>
  </p:notesMasterIdLst>
  <p:sldIdLst>
    <p:sldId id="722" r:id="rId5"/>
    <p:sldId id="725" r:id="rId6"/>
    <p:sldId id="726" r:id="rId7"/>
    <p:sldId id="727" r:id="rId8"/>
    <p:sldId id="728" r:id="rId9"/>
    <p:sldId id="729" r:id="rId10"/>
    <p:sldId id="730" r:id="rId11"/>
    <p:sldId id="731" r:id="rId12"/>
    <p:sldId id="732" r:id="rId13"/>
    <p:sldId id="733" r:id="rId14"/>
    <p:sldId id="734" r:id="rId15"/>
    <p:sldId id="735" r:id="rId16"/>
    <p:sldId id="736" r:id="rId17"/>
  </p:sldIdLst>
  <p:sldSz cx="12192000" cy="6858000"/>
  <p:notesSz cx="7104063" cy="1023461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5FCE5477-A272-4AE2-B873-D2B62B27CBD2}">
          <p14:sldIdLst/>
        </p14:section>
        <p14:section name="שונות" id="{214AC977-4496-4174-990E-5C5CA333869F}">
          <p14:sldIdLst>
            <p14:sldId id="722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C5EAE2-088F-BE02-015C-D9BDFC147D23}" name="יהודה טאוב" initials="י.ט." userId="יהודה טאוב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סגנון בהיר 2 - הדגשה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013" autoAdjust="0"/>
    <p:restoredTop sz="95726" autoAdjust="0"/>
  </p:normalViewPr>
  <p:slideViewPr>
    <p:cSldViewPr snapToGrid="0">
      <p:cViewPr varScale="1">
        <p:scale>
          <a:sx n="88" d="100"/>
          <a:sy n="88" d="100"/>
        </p:scale>
        <p:origin x="451" y="288"/>
      </p:cViewPr>
      <p:guideLst/>
    </p:cSldViewPr>
  </p:slideViewPr>
  <p:outlineViewPr>
    <p:cViewPr>
      <p:scale>
        <a:sx n="33" d="100"/>
        <a:sy n="33" d="100"/>
      </p:scale>
      <p:origin x="0" y="-2447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הודה טאוב" userId="80c2dbd02819b45c" providerId="LiveId" clId="{CC084EF2-41C6-40BF-933F-EDF9EBC426C1}"/>
    <pc:docChg chg="addSld delSld addSection delSection modSection">
      <pc:chgData name="יהודה טאוב" userId="80c2dbd02819b45c" providerId="LiveId" clId="{CC084EF2-41C6-40BF-933F-EDF9EBC426C1}" dt="2025-01-01T09:06:03.515" v="13" actId="680"/>
      <pc:docMkLst>
        <pc:docMk/>
      </pc:docMkLst>
      <pc:sldChg chg="del">
        <pc:chgData name="יהודה טאוב" userId="80c2dbd02819b45c" providerId="LiveId" clId="{CC084EF2-41C6-40BF-933F-EDF9EBC426C1}" dt="2025-01-01T09:05:56.132" v="8" actId="18676"/>
        <pc:sldMkLst>
          <pc:docMk/>
          <pc:sldMk cId="4024862758" sldId="708"/>
        </pc:sldMkLst>
      </pc:sldChg>
      <pc:sldChg chg="del">
        <pc:chgData name="יהודה טאוב" userId="80c2dbd02819b45c" providerId="LiveId" clId="{CC084EF2-41C6-40BF-933F-EDF9EBC426C1}" dt="2025-01-01T09:05:56.132" v="8" actId="18676"/>
        <pc:sldMkLst>
          <pc:docMk/>
          <pc:sldMk cId="3224031619" sldId="709"/>
        </pc:sldMkLst>
      </pc:sldChg>
      <pc:sldChg chg="del">
        <pc:chgData name="יהודה טאוב" userId="80c2dbd02819b45c" providerId="LiveId" clId="{CC084EF2-41C6-40BF-933F-EDF9EBC426C1}" dt="2025-01-01T09:05:56.132" v="8" actId="18676"/>
        <pc:sldMkLst>
          <pc:docMk/>
          <pc:sldMk cId="3070304690" sldId="723"/>
        </pc:sldMkLst>
      </pc:sldChg>
      <pc:sldChg chg="del">
        <pc:chgData name="יהודה טאוב" userId="80c2dbd02819b45c" providerId="LiveId" clId="{CC084EF2-41C6-40BF-933F-EDF9EBC426C1}" dt="2025-01-01T09:05:56.132" v="8" actId="18676"/>
        <pc:sldMkLst>
          <pc:docMk/>
          <pc:sldMk cId="831365451" sldId="724"/>
        </pc:sldMkLst>
      </pc:sldChg>
      <pc:sldChg chg="new">
        <pc:chgData name="יהודה טאוב" userId="80c2dbd02819b45c" providerId="LiveId" clId="{CC084EF2-41C6-40BF-933F-EDF9EBC426C1}" dt="2025-01-01T09:05:37.156" v="0" actId="680"/>
        <pc:sldMkLst>
          <pc:docMk/>
          <pc:sldMk cId="2886530295" sldId="725"/>
        </pc:sldMkLst>
      </pc:sldChg>
      <pc:sldChg chg="new">
        <pc:chgData name="יהודה טאוב" userId="80c2dbd02819b45c" providerId="LiveId" clId="{CC084EF2-41C6-40BF-933F-EDF9EBC426C1}" dt="2025-01-01T09:05:42.942" v="1" actId="680"/>
        <pc:sldMkLst>
          <pc:docMk/>
          <pc:sldMk cId="1747737137" sldId="726"/>
        </pc:sldMkLst>
      </pc:sldChg>
      <pc:sldChg chg="new">
        <pc:chgData name="יהודה טאוב" userId="80c2dbd02819b45c" providerId="LiveId" clId="{CC084EF2-41C6-40BF-933F-EDF9EBC426C1}" dt="2025-01-01T09:05:44.611" v="2" actId="680"/>
        <pc:sldMkLst>
          <pc:docMk/>
          <pc:sldMk cId="1476432725" sldId="727"/>
        </pc:sldMkLst>
      </pc:sldChg>
      <pc:sldChg chg="new">
        <pc:chgData name="יהודה טאוב" userId="80c2dbd02819b45c" providerId="LiveId" clId="{CC084EF2-41C6-40BF-933F-EDF9EBC426C1}" dt="2025-01-01T09:05:45.022" v="3" actId="680"/>
        <pc:sldMkLst>
          <pc:docMk/>
          <pc:sldMk cId="3927787997" sldId="728"/>
        </pc:sldMkLst>
      </pc:sldChg>
      <pc:sldChg chg="new">
        <pc:chgData name="יהודה טאוב" userId="80c2dbd02819b45c" providerId="LiveId" clId="{CC084EF2-41C6-40BF-933F-EDF9EBC426C1}" dt="2025-01-01T09:05:45.428" v="4" actId="680"/>
        <pc:sldMkLst>
          <pc:docMk/>
          <pc:sldMk cId="14171281" sldId="729"/>
        </pc:sldMkLst>
      </pc:sldChg>
      <pc:sldChg chg="new">
        <pc:chgData name="יהודה טאוב" userId="80c2dbd02819b45c" providerId="LiveId" clId="{CC084EF2-41C6-40BF-933F-EDF9EBC426C1}" dt="2025-01-01T09:05:45.977" v="5" actId="680"/>
        <pc:sldMkLst>
          <pc:docMk/>
          <pc:sldMk cId="333216612" sldId="730"/>
        </pc:sldMkLst>
      </pc:sldChg>
      <pc:sldChg chg="new">
        <pc:chgData name="יהודה טאוב" userId="80c2dbd02819b45c" providerId="LiveId" clId="{CC084EF2-41C6-40BF-933F-EDF9EBC426C1}" dt="2025-01-01T09:05:46.173" v="6" actId="680"/>
        <pc:sldMkLst>
          <pc:docMk/>
          <pc:sldMk cId="403480965" sldId="731"/>
        </pc:sldMkLst>
      </pc:sldChg>
      <pc:sldChg chg="new">
        <pc:chgData name="יהודה טאוב" userId="80c2dbd02819b45c" providerId="LiveId" clId="{CC084EF2-41C6-40BF-933F-EDF9EBC426C1}" dt="2025-01-01T09:06:01.880" v="9" actId="680"/>
        <pc:sldMkLst>
          <pc:docMk/>
          <pc:sldMk cId="3396856536" sldId="732"/>
        </pc:sldMkLst>
      </pc:sldChg>
      <pc:sldChg chg="new">
        <pc:chgData name="יהודה טאוב" userId="80c2dbd02819b45c" providerId="LiveId" clId="{CC084EF2-41C6-40BF-933F-EDF9EBC426C1}" dt="2025-01-01T09:06:03.040" v="10" actId="680"/>
        <pc:sldMkLst>
          <pc:docMk/>
          <pc:sldMk cId="3867893346" sldId="733"/>
        </pc:sldMkLst>
      </pc:sldChg>
      <pc:sldChg chg="new">
        <pc:chgData name="יהודה טאוב" userId="80c2dbd02819b45c" providerId="LiveId" clId="{CC084EF2-41C6-40BF-933F-EDF9EBC426C1}" dt="2025-01-01T09:06:03.208" v="11" actId="680"/>
        <pc:sldMkLst>
          <pc:docMk/>
          <pc:sldMk cId="112487952" sldId="734"/>
        </pc:sldMkLst>
      </pc:sldChg>
      <pc:sldChg chg="new">
        <pc:chgData name="יהודה טאוב" userId="80c2dbd02819b45c" providerId="LiveId" clId="{CC084EF2-41C6-40BF-933F-EDF9EBC426C1}" dt="2025-01-01T09:06:03.376" v="12" actId="680"/>
        <pc:sldMkLst>
          <pc:docMk/>
          <pc:sldMk cId="3481601557" sldId="735"/>
        </pc:sldMkLst>
      </pc:sldChg>
      <pc:sldChg chg="new">
        <pc:chgData name="יהודה טאוב" userId="80c2dbd02819b45c" providerId="LiveId" clId="{CC084EF2-41C6-40BF-933F-EDF9EBC426C1}" dt="2025-01-01T09:06:03.515" v="13" actId="680"/>
        <pc:sldMkLst>
          <pc:docMk/>
          <pc:sldMk cId="3420252297" sldId="73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025636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45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1"/>
          <a:lstStyle>
            <a:lvl1pPr algn="l">
              <a:defRPr sz="1300"/>
            </a:lvl1pPr>
          </a:lstStyle>
          <a:p>
            <a:fld id="{53696908-CC0D-4DBE-98DC-FF28DB2C93FD}" type="datetimeFigureOut">
              <a:rPr lang="he-IL" smtClean="0"/>
              <a:t>א'/טבת/תשפ"ה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025636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45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1" anchor="b"/>
          <a:lstStyle>
            <a:lvl1pPr algn="l">
              <a:defRPr sz="1300"/>
            </a:lvl1pPr>
          </a:lstStyle>
          <a:p>
            <a:fld id="{B716F668-B98A-4618-9AE0-3AE55521A9B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163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0BC6A-861F-4B5D-BFB8-1A71BA180126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478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92364"/>
            <a:ext cx="9196339" cy="1366981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8" y="1634837"/>
            <a:ext cx="9698182" cy="5116946"/>
          </a:xfrm>
        </p:spPr>
        <p:txBody>
          <a:bodyPr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06947-3488-462B-8BC3-09206CB5324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22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4EB35-B236-4E3F-8928-C6A475C463F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778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AD25-B023-48C2-BD78-0D010D23FAF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664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90A92-5E58-4155-B391-780D35713D2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38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56A87-6039-42BD-A5F0-F5A391031D1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059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6C25A-985E-414E-ACA5-924DEBB395A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04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1B3F1-066E-4662-9E3C-EDCE9654367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44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92F-68AE-4E32-86A2-1747E239F49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04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24B26-F355-4974-9B23-F94DF3B81B2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31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93A31-C52F-432F-A7B9-5BDC5EF66FD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0769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60F6B-7A19-46EF-BD97-BD28A89006E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08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1F12-1533-42CB-B6C4-6B97A8523DA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760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9D34-FE56-4DD4-A8F3-04F534943CB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2082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E8368-43B4-4B91-B111-961839FA92A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58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F57D-2B75-4FB0-9F5A-8114A78F654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096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78C5F-7D85-43B2-8321-40D812FCEF3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189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0"/>
            <a:ext cx="9556557" cy="905164"/>
          </a:xfrm>
        </p:spPr>
        <p:txBody>
          <a:bodyPr/>
          <a:lstStyle>
            <a:lvl1pPr algn="ctr"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017" y="942109"/>
            <a:ext cx="10132291" cy="5915891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74E98-50DB-43A2-BDC1-3CF1DD81D0D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969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7544-A500-4E8F-BAAC-51BB6AA2F7E7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30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605C-9FB7-42F7-96E3-3AA76B6C3CB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9620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E2F49-6304-4A8D-831E-47B1F504411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260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DC07E-B2BD-4ABB-8388-CA8E2C32467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511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9B581-265B-4A18-9254-B39E06641D1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213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951A1-B50C-4CDA-872A-DBC6A655C51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503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D09D4-FFAD-4E0F-983D-5BB5A87D193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618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506B-30E3-4E2C-8FE1-54DECA2B2646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7479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1347E-1077-4C9C-B2E1-D37513F5642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5006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C1C6F-BC3D-46BA-9FE6-C6C68A845FF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69235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6198-434F-4CE4-A28F-F2A7562FC1C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76829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F20F-65BD-40D3-B4D6-D682CBCD2C4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506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97C7-7809-4CF9-AD3C-FD803FCF180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0323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159A5-2041-4DD9-BE69-D1C719121036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1028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E4DCE-FC9E-4F39-B09B-5503023D7717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340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0A7B5-9872-4D8A-8EA6-F6DEB07F2A1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7427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23FCB-38C6-4AB2-AB45-18D003BF618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5257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5E851-C0FC-42AB-8560-CB37E5A4CDD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683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898F9-0F45-4DA8-800A-BB495D76C63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16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40072-44B1-4868-8B14-79275345688D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753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F1D7B-0052-46A6-88CA-9C0D4EBD3DE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687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542FA-95DE-48A2-9D6B-C4E0B8D7AD0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702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F6799-0909-46C7-A6E1-70E24C8DD0D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224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D55B2-F5F9-413A-8547-7E578903A91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5541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68DF9-79AF-4F77-BDF2-C1389A780D9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39538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A3CA-E95C-4500-95E4-46900DBA5C93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6053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A1F3C-7A90-4C8A-B4CF-3C1F06B4C015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89421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27C96-CA02-4EAD-9E29-6E6AFCBE8A4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873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D9499-B8CD-42EF-84AE-18776F6680F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4872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F458-0B7E-47EF-B8C1-98F94E4C5E8B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37046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F41A3-0E2D-4CD6-8E23-DC7D1E3CFB4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8683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CC76B-104F-4F1B-9A2A-574AE815012D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575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57C10-E354-4CB5-9311-BD03FD409E3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8202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87A84-36A1-4FCB-ADA0-482FF81C021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0252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118EA-D3CA-4345-B468-FA805A9E561E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221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>
            <a:lvl1pPr>
              <a:defRPr lang="en-US" sz="4000" b="1" kern="1200" dirty="0">
                <a:solidFill>
                  <a:schemeClr val="accent1">
                    <a:lumMod val="75000"/>
                  </a:schemeClr>
                </a:solidFill>
                <a:effectLst>
                  <a:glow rad="520700">
                    <a:schemeClr val="accent6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9170-29AB-415C-BE13-B7AB843A89F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0602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1433-1996-4339-AFE6-B69ADDFB5EA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8024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8928-0079-45C0-847A-EEF3844AF910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725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1B82-1A52-4421-8DF4-446B029B92A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8924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00245-66DB-4CB0-9817-36F86B09D37C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23799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A937-A850-47B8-AD66-B10FAF2362D8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65386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F909B-FC2B-4ED3-82BA-494DD894A90F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75311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616D0-866E-4355-98F8-6EC47C52763A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76207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FD0D0-0FED-4463-AA5C-5E9828B0CA57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22071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59AE-5670-401C-8BC1-0127CB354289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16252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3BD98-18A6-449F-BB5E-A9B4B4F2F6D4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11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2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8" y="2160589"/>
            <a:ext cx="9134764" cy="4591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2846-2DA2-430D-8B42-D5B64B5B9273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5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just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55655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7" y="2160589"/>
            <a:ext cx="1013229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C9BE4-C446-4D67-8BC2-48AE757AE8B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9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018" y="2160589"/>
            <a:ext cx="913476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0AEED-583C-4DAF-906F-A0777C51F511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61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 dirty="0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C66679-4220-4572-9570-95DED615D442}" type="datetime1">
              <a:rPr lang="en-US" smtClean="0"/>
              <a:t>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9583" y="636140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1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hf hdr="0" ftr="0" dt="0"/>
  <p:txStyles>
    <p:titleStyle>
      <a:lvl1pPr algn="l" defTabSz="457200" rtl="1" eaLnBrk="1" latinLnBrk="0" hangingPunct="1">
        <a:spcBef>
          <a:spcPct val="0"/>
        </a:spcBef>
        <a:buNone/>
        <a:defRPr lang="en-US" sz="4000" b="1" kern="1200" dirty="0">
          <a:solidFill>
            <a:schemeClr val="accent1">
              <a:lumMod val="75000"/>
            </a:schemeClr>
          </a:solidFill>
          <a:effectLst>
            <a:glow rad="520700">
              <a:schemeClr val="accent6">
                <a:satMod val="175000"/>
                <a:alpha val="40000"/>
              </a:schemeClr>
            </a:glow>
          </a:effectLst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B12526D-E11A-18C4-88A8-7E9910D4C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604231B-B4D4-93C4-43F5-DBFA356C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2EC1F41-3B94-3613-C77E-9CCD85B9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537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5AAF8B6-115B-2DA1-463D-4617B607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1C2485C-6FCB-6920-5384-66D496521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7AC5C1BE-51DB-D7F1-E926-BC074AA16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53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2820CF-0270-90CB-5E83-8C0E0B446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39B2798-AEE1-8D91-1CBE-10649752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2D3F986-81B9-355A-98FE-58288823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737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4F01C93-98E8-8522-5A9B-F4A79D7F8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59210E4-CFD1-E720-C4E5-ACCBF99C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F1D60A7-DA12-8404-FB84-FE994FEA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432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A846DC3-8058-8173-32E9-C30441AD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434D5E7-063B-9209-60D0-39F8FBAC9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79EEE37-4787-095E-6FD3-47971C61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78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CA1907-A91E-CA40-81D9-5A31BDEAF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49E57EB-D26D-0E78-48C2-A055A9BC5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D129385-E40D-32DE-6E46-1375EADF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173862-4297-A9E9-5DFD-AB5583CB2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B694F06-3C5B-10AA-3F76-BCBCB8279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46ACF14-C93F-AB48-CE44-8C6668302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16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84C6E4-373B-1DB4-2B35-589E7D4A9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45C40B-6967-147B-55A7-745D3AC7B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B12ADD5-3132-1360-39F0-2FDEFAB0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0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BA2464-7A00-D05F-B4AE-0BD71740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D67A027-FBDB-4C22-2C37-1402E214B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5243166-4099-197F-8A30-D8112A2B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85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C1CCA6F-34D7-3567-73D1-D46FC5CF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76CF7CD-C234-9332-7D4D-0FC900571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9FBBFE3-9739-1667-7A27-A341B6A1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F3DDBDC-B33D-2C03-C916-994F2CC1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2C59975-5595-8757-6BD0-B401CC079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F534425-EB07-02D9-F1E6-785821D36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87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450DB5-AFC2-0C6A-2071-703A098E7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1D686B4-73BD-2021-C125-44D691F3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88D6BB4-58EF-6733-CADD-0436F1871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01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0F10F9D-255C-B3E3-679E-625463F1C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59F79D9-53E2-F2FB-C981-2D652E4EE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CD42679-10BA-F3F0-CA3E-DE39D649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252297"/>
      </p:ext>
    </p:extLst>
  </p:cSld>
  <p:clrMapOvr>
    <a:masterClrMapping/>
  </p:clrMapOvr>
</p:sld>
</file>

<file path=ppt/theme/theme1.xml><?xml version="1.0" encoding="utf-8"?>
<a:theme xmlns:a="http://schemas.openxmlformats.org/drawingml/2006/main" name="2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3.xml><?xml version="1.0" encoding="utf-8"?>
<a:theme xmlns:a="http://schemas.openxmlformats.org/drawingml/2006/main" name="3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4.xml><?xml version="1.0" encoding="utf-8"?>
<a:theme xmlns:a="http://schemas.openxmlformats.org/drawingml/2006/main" name="1_פיאה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5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32142</TotalTime>
  <Words>13</Words>
  <Application>Microsoft Office PowerPoint</Application>
  <PresentationFormat>מסך רחב</PresentationFormat>
  <Paragraphs>13</Paragraphs>
  <Slides>13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4</vt:i4>
      </vt:variant>
      <vt:variant>
        <vt:lpstr>כותרות שקופיות</vt:lpstr>
      </vt:variant>
      <vt:variant>
        <vt:i4>13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2_פיאה</vt:lpstr>
      <vt:lpstr>פיאה</vt:lpstr>
      <vt:lpstr>3_פיאה</vt:lpstr>
      <vt:lpstr>1_פיאה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יהודה טאוב</dc:creator>
  <cp:lastModifiedBy>יהודה טאוב</cp:lastModifiedBy>
  <cp:revision>24</cp:revision>
  <cp:lastPrinted>2024-02-26T05:45:50Z</cp:lastPrinted>
  <dcterms:created xsi:type="dcterms:W3CDTF">2024-02-23T09:02:47Z</dcterms:created>
  <dcterms:modified xsi:type="dcterms:W3CDTF">2025-01-01T09:06:04Z</dcterms:modified>
</cp:coreProperties>
</file>