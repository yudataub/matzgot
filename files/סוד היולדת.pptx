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66" d="100"/>
          <a:sy n="66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03A657-BD65-4D08-8B2F-EBE9980B0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642EACB-598A-4F83-BB82-12F605BED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CCE6A9F-2D1F-45D9-B03E-7E67F068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332AD47-8DC1-474E-8DDA-5F22E08C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037214F-AB1E-4691-8FC6-ADF5C3FE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806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441E91-3DF7-43F0-9936-04325D81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794DE8-E0DC-4048-AB1D-E5B73D538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15733D9-758B-47A4-BE46-3302F406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A931F2-763B-48C2-A245-7D5445D8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2F08E43-D9EC-4170-B1E4-753F3B50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282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5D7B56-DE13-4457-A8D5-788A88F9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36D5964-2C54-4795-9534-D9BF3D191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00E4E1E-2AC9-471F-AA33-AF173965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86528EF-DB99-4B80-B246-26FE3D57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E9C6F2-5C93-431E-8292-16E14165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12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8B2045-922E-4CB3-B07F-F1EFB704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B5A0CD-ABDD-4F47-92EA-4F570C34A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6272039-71FD-4A70-9057-FDDF7C35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2244740-3445-4257-890A-221C96BC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B25CB9-5F7D-47FC-9094-8448D94E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4EB583-EED2-430A-8027-C2501039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4837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34EDBB-A36B-4782-B69F-6423313B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E3289FC-7F6D-4EFA-A22B-1BA852A92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616CB59-548F-4BF4-AB7B-ADBD32273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49DD3B0-3B89-46FE-8D55-E06C90146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075352C-6E36-4A8B-8689-7187DB408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EAB138D-EA30-4FFE-96AD-647FEE5B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3990620-F78C-4046-A427-CFD2F2C9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D5B9675-5859-4BE8-A3D7-CEB0E988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631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2217ED-9438-4339-BF31-9B892E90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C26E0D4-E0BC-4828-9BA6-66CE1052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38B928A-B015-4331-B312-BC5A178A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9FDA630-B66D-4F04-B56A-D74A6A45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14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5D2F6E0-4E3B-4D00-BEC1-CECA0CF4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9A58136-3E5F-4127-9E32-4B322DF6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E77B21A-D1DE-4F48-BC31-7AA7A8FD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1630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B24B18-BD96-4DB3-9D82-B2860D14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FA95E4-D235-44C0-A59D-5C14613A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4392E5A-4911-4875-8A41-A875B921F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A57A41E-B7C8-4224-8948-4993DCF2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6280A86-F4EE-4D25-B1EA-612CCC37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28859B8-57BA-447D-8366-F5879268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417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1C81D0-3A84-48F4-AB91-8CB60A33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C9FA16B-A2F2-400F-9B27-0D65EC908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CE1B1C9-D271-4A64-8058-48C5F7AA2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850F50E-BD4D-4DA7-80BB-F616B4D0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70CBEAA-12F5-45FD-93FE-9520D1DE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C169582-2336-4F9F-89D4-454E01D6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931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CC24FE-4474-4873-BB8C-A5E461E2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947301C-5C06-4207-A6FE-A7299C0DE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678EBC1-F2EE-47D2-B146-395AF66A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013F0EC-5EA3-4066-82C4-1D263718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EA5D46-21EE-4A30-99AD-555C5413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50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055A4D7-C49D-4266-8FDC-238DC1395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F5C79C-756D-4052-8318-40B01A333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8912CD-B844-413A-8D80-EC3933FC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452A213-BB4F-4B00-B3B9-DFC26BEA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1BAECC-9B67-41CE-B41D-DF45344A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545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4BA07C0-F3D7-41AD-944A-F393D82B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D9658C2-A214-450F-BC4F-BEBA2775B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094AFF3-E2E4-4985-806A-7F1D92C15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8ADF2-A51B-4CDE-ABBD-512029FE0D94}" type="datetimeFigureOut">
              <a:rPr lang="he-IL" smtClean="0"/>
              <a:t>ח'/ניסן/תשפ"ד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54FBD0-FC66-4FF7-8578-D3427AAB1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B312BE-B04A-498F-A926-A05AE6C7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5F911-1C6D-42E5-9DBD-BB1A4A6757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831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5090A5-F4B6-494F-BBD7-ADE1F1DE2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טהרת היולדת וקורבן יולדת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8F3A91D-D1CD-4443-A42A-E1094BF7E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אישה היא תזריע הקשר בין זה ללידת הזכר.</a:t>
            </a:r>
          </a:p>
        </p:txBody>
      </p:sp>
    </p:spTree>
    <p:extLst>
      <p:ext uri="{BB962C8B-B14F-4D97-AF65-F5344CB8AC3E}">
        <p14:creationId xmlns:p14="http://schemas.microsoft.com/office/powerpoint/2010/main" val="426199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אשה</a:t>
            </a:r>
            <a:r>
              <a:rPr lang="he-IL" dirty="0"/>
              <a:t> כי תזריע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ברמב"ם משמע שפירש האם היחסים היו לפני יום הביוץ או אחריו. </a:t>
            </a:r>
          </a:p>
          <a:p>
            <a:r>
              <a:rPr lang="he-IL" dirty="0"/>
              <a:t>כאשר הביצית נוצרה ראשונה, ותאי הזרע מגיעים אחר כך והם יותר מהירים לכך יולד בן. </a:t>
            </a:r>
          </a:p>
          <a:p>
            <a:r>
              <a:rPr lang="he-IL" dirty="0" err="1"/>
              <a:t>הראב</a:t>
            </a:r>
            <a:r>
              <a:rPr lang="he-IL" dirty="0"/>
              <a:t>''ד מסביר שהכוונה שאם האישה הגיע לסיפוק לפני הזכר, בזכות זה ששימח את אשתו, יזכה לבן זכר. </a:t>
            </a:r>
          </a:p>
          <a:p>
            <a:r>
              <a:rPr lang="he-IL" dirty="0"/>
              <a:t>ודרשו זה על הפסוק שכר פרי הבטן. </a:t>
            </a:r>
          </a:p>
          <a:p>
            <a:r>
              <a:rPr lang="he-IL" dirty="0"/>
              <a:t>לפי פירוש זה – זה המקור הראשוני למושג אורגזמה נשית, שבמדע התגלה הרבה יותר מאוחר.  </a:t>
            </a:r>
          </a:p>
          <a:p>
            <a:r>
              <a:rPr lang="he-IL" dirty="0"/>
              <a:t>בזוהר דרשו מכאן דבר נפלא כאשר האישה משתוקקת לבעלה זהו אישה כי תזריע בסוד כנסת ישראל המשתוקקת לבורא עולם, אז וילדה זכר </a:t>
            </a:r>
            <a:r>
              <a:rPr lang="he-IL" dirty="0" err="1"/>
              <a:t>בגימטריה</a:t>
            </a:r>
            <a:r>
              <a:rPr lang="he-IL" dirty="0"/>
              <a:t> ברכה שכן החסד מתרבה כאשר יש השתוקקות לבורא.</a:t>
            </a:r>
          </a:p>
        </p:txBody>
      </p:sp>
    </p:spTree>
    <p:extLst>
      <p:ext uri="{BB962C8B-B14F-4D97-AF65-F5344CB8AC3E}">
        <p14:creationId xmlns:p14="http://schemas.microsoft.com/office/powerpoint/2010/main" val="14891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בגאולה האחרונה – כאשר עם ישראל פועלים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e-IL" dirty="0"/>
              <a:t>מבאר "אור החיים" הקדוש: "עוד ירמוז הכתוב על כנסת ישראל, אשר מצינו שנקראת '</a:t>
            </a:r>
            <a:r>
              <a:rPr lang="he-IL" dirty="0" err="1"/>
              <a:t>אשה</a:t>
            </a:r>
            <a:r>
              <a:rPr lang="he-IL" dirty="0"/>
              <a:t>' בדברי הנביאים, </a:t>
            </a:r>
            <a:r>
              <a:rPr lang="he-IL" dirty="0" err="1"/>
              <a:t>דכתיב</a:t>
            </a:r>
            <a:r>
              <a:rPr lang="he-IL" dirty="0"/>
              <a:t> 'כי </a:t>
            </a:r>
            <a:r>
              <a:rPr lang="he-IL" dirty="0" err="1"/>
              <a:t>בועלייך</a:t>
            </a:r>
            <a:r>
              <a:rPr lang="he-IL" dirty="0"/>
              <a:t> עושייך' וכתיב 'ואשת נעורים', וכתיב '</a:t>
            </a:r>
            <a:r>
              <a:rPr lang="he-IL" dirty="0" err="1"/>
              <a:t>וארשתיך</a:t>
            </a:r>
            <a:r>
              <a:rPr lang="he-IL" dirty="0"/>
              <a:t> לי לעולם'...</a:t>
            </a:r>
          </a:p>
          <a:p>
            <a:r>
              <a:rPr lang="he-IL" dirty="0"/>
              <a:t>ועליה אומר הכתוב '</a:t>
            </a:r>
            <a:r>
              <a:rPr lang="he-IL" dirty="0" err="1"/>
              <a:t>אשה</a:t>
            </a:r>
            <a:r>
              <a:rPr lang="he-IL" dirty="0"/>
              <a:t> כי תזריע'- פירוש הזרעת מצוות ומעשים טובים, על דרך אומרו 'זרעו לכם לצדקה', 'וילדה זכר'- פירוש תהיה הולדתה זכר. </a:t>
            </a:r>
          </a:p>
          <a:p>
            <a:r>
              <a:rPr lang="he-IL" dirty="0"/>
              <a:t>דע כי בחינת הזכר היא בחינה עליונה מבחינת הנקבה, והודיע הכתוב כי אם כנסת ישראל תזריע- ודאי שתוליד הדרגות עליונות, והוא מאמרם ז"ל על עוצם הפלגת הפלאות אשר יפליא ה' בביאת הגואל, אם ישראל יזכו על ידי מעשיהם הכשרים".</a:t>
            </a:r>
          </a:p>
          <a:p>
            <a:r>
              <a:rPr lang="he-IL" dirty="0"/>
              <a:t>חז"ל מלמדים אותנו, בסוד הזיווג הרוחני, כי אם </a:t>
            </a:r>
            <a:r>
              <a:rPr lang="he-IL" dirty="0" err="1"/>
              <a:t>האשה</a:t>
            </a:r>
            <a:r>
              <a:rPr lang="he-IL" dirty="0"/>
              <a:t> מזריעה תחילה – יולדת זכר, ואם איש מזריע תחילה – יולדת נקבה. באופן עמוק – הזכר מסמל את היוזמה והפעילות, והנקבה – את הקבלה, ההכלה והנפעלות. כאשר </a:t>
            </a:r>
            <a:r>
              <a:rPr lang="he-IL" dirty="0" err="1"/>
              <a:t>האשה</a:t>
            </a:r>
            <a:r>
              <a:rPr lang="he-IL" dirty="0"/>
              <a:t> יוזמת ופועלת- פרי הבטן יהיה בבחינת "זכר". </a:t>
            </a:r>
          </a:p>
          <a:p>
            <a:r>
              <a:rPr lang="he-IL" dirty="0"/>
              <a:t>בנמשל – כנסת ישראל נמשלת לאשה מול הקב"ה. כאשר עם ישראל פועל בתהליך הגאולה, ולא רק נפעל- מתיילד מהחיבור העליון הזה בחינת "זכר".</a:t>
            </a:r>
          </a:p>
        </p:txBody>
      </p:sp>
    </p:spTree>
    <p:extLst>
      <p:ext uri="{BB962C8B-B14F-4D97-AF65-F5344CB8AC3E}">
        <p14:creationId xmlns:p14="http://schemas.microsoft.com/office/powerpoint/2010/main" val="290783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מדוע נכנסה כאן ברית מילה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he-IL" dirty="0"/>
          </a:p>
          <a:p>
            <a:r>
              <a:rPr lang="he-IL" dirty="0"/>
              <a:t>ללמד שדוחה שבת</a:t>
            </a:r>
          </a:p>
          <a:p>
            <a:r>
              <a:rPr lang="he-IL" dirty="0"/>
              <a:t> </a:t>
            </a:r>
            <a:r>
              <a:rPr lang="he-IL" dirty="0" err="1"/>
              <a:t>רשב"י</a:t>
            </a:r>
            <a:r>
              <a:rPr lang="he-IL" dirty="0"/>
              <a:t> – שיהיו אביו ואמו שמחים. </a:t>
            </a:r>
          </a:p>
          <a:p>
            <a:r>
              <a:rPr lang="he-IL" dirty="0"/>
              <a:t>אור החיים – לכן נכתב כאן דין מילה.</a:t>
            </a:r>
          </a:p>
          <a:p>
            <a:r>
              <a:rPr lang="he-IL" dirty="0"/>
              <a:t>נפלא להתבונן – חשיבות השמחה שיש שההורים מותרים.</a:t>
            </a:r>
          </a:p>
          <a:p>
            <a:r>
              <a:rPr lang="he-IL" dirty="0"/>
              <a:t>סיטואציה – שמחה מסביב, גם בתינוק.</a:t>
            </a:r>
          </a:p>
          <a:p>
            <a:r>
              <a:rPr lang="he-IL" dirty="0"/>
              <a:t>לכן נשים שמחות בברית, למרות כל הצער.</a:t>
            </a:r>
          </a:p>
          <a:p>
            <a:r>
              <a:rPr lang="he-IL" dirty="0"/>
              <a:t>סיפור עם </a:t>
            </a:r>
            <a:r>
              <a:rPr lang="he-IL" dirty="0" err="1"/>
              <a:t>הגר''א</a:t>
            </a:r>
            <a:r>
              <a:rPr lang="he-IL" dirty="0"/>
              <a:t> והשום שהיו בדרך.</a:t>
            </a:r>
          </a:p>
          <a:p>
            <a:r>
              <a:rPr lang="he-IL" dirty="0"/>
              <a:t>שלא ימולו בשמיני.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4583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טעם טומאת נידה וטעם טומאת יולדת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טומאה אינה כמו חטא ושלילי. </a:t>
            </a:r>
          </a:p>
          <a:p>
            <a:r>
              <a:rPr lang="he-IL" dirty="0"/>
              <a:t>טומאה פירושה חיסרון.</a:t>
            </a:r>
          </a:p>
          <a:p>
            <a:r>
              <a:rPr lang="he-IL" dirty="0"/>
              <a:t>כאשר מסתלקים חיים – דבר רוחני – נוצר במקום חיסרון.</a:t>
            </a:r>
          </a:p>
          <a:p>
            <a:r>
              <a:rPr lang="he-IL" dirty="0"/>
              <a:t>דיכאון לידה. </a:t>
            </a:r>
          </a:p>
          <a:p>
            <a:r>
              <a:rPr lang="he-IL" dirty="0"/>
              <a:t>הדיכאון נוצר מחמת הירידה בהורמונים, זה הוא רמז לירידה ברוחניות.
קורבן היולדת בא להשלים את החיסרון שנוצר, הגשמי והרוחני.
נמצא שקורבן יולדת, הוא עוזר למניעת הדיכאון.</a:t>
            </a:r>
          </a:p>
        </p:txBody>
      </p:sp>
    </p:spTree>
    <p:extLst>
      <p:ext uri="{BB962C8B-B14F-4D97-AF65-F5344CB8AC3E}">
        <p14:creationId xmlns:p14="http://schemas.microsoft.com/office/powerpoint/2010/main" val="377895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מדוע נקיבה כפולה מזכר?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3760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מדוע מביאים קרבן חטאת?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9188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מדוע מביאים קרבן עולה?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151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עושים היום זכר לקרבן?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7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21F43-E7EF-49AE-BBB8-9DC9B798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FD6E90-BADB-45F3-892C-A3250C0E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178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342</Words>
  <Application>Microsoft Office PowerPoint</Application>
  <PresentationFormat>מסך רחב</PresentationFormat>
  <Paragraphs>24</Paragraphs>
  <Slides>10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1" baseType="lpstr">
      <vt:lpstr>ערכת נושא Office</vt:lpstr>
      <vt:lpstr>טהרת היולדת וקורבן יולדת</vt:lpstr>
      <vt:lpstr>אשה כי תזריע</vt:lpstr>
      <vt:lpstr>בגאולה האחרונה – כאשר עם ישראל פועלים</vt:lpstr>
      <vt:lpstr>מדוע נכנסה כאן ברית מילה</vt:lpstr>
      <vt:lpstr>טעם טומאת נידה וטעם טומאת יולדת</vt:lpstr>
      <vt:lpstr>מדוע נקיבה כפולה מזכר?</vt:lpstr>
      <vt:lpstr>מדוע מביאים קרבן חטאת?</vt:lpstr>
      <vt:lpstr>מדוע מביאים קרבן עולה?</vt:lpstr>
      <vt:lpstr>מה עושים היום זכר לקרבן?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מרים</dc:creator>
  <cp:lastModifiedBy>יהודה טאוב</cp:lastModifiedBy>
  <cp:revision>10</cp:revision>
  <dcterms:created xsi:type="dcterms:W3CDTF">2024-04-10T23:34:03Z</dcterms:created>
  <dcterms:modified xsi:type="dcterms:W3CDTF">2024-04-16T00:44:45Z</dcterms:modified>
</cp:coreProperties>
</file>