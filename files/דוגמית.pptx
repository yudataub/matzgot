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4"/>
  </p:sldMasterIdLst>
  <p:notesMasterIdLst>
    <p:notesMasterId r:id="rId20"/>
  </p:notesMasterIdLst>
  <p:handoutMasterIdLst>
    <p:handoutMasterId r:id="rId21"/>
  </p:handoutMasterIdLst>
  <p:sldIdLst>
    <p:sldId id="256" r:id="rId5"/>
    <p:sldId id="257" r:id="rId6"/>
    <p:sldId id="258" r:id="rId7"/>
    <p:sldId id="259" r:id="rId8"/>
    <p:sldId id="261" r:id="rId9"/>
    <p:sldId id="260" r:id="rId10"/>
    <p:sldId id="273" r:id="rId11"/>
    <p:sldId id="271" r:id="rId12"/>
    <p:sldId id="269" r:id="rId13"/>
    <p:sldId id="264" r:id="rId14"/>
    <p:sldId id="270" r:id="rId15"/>
    <p:sldId id="265" r:id="rId16"/>
    <p:sldId id="266" r:id="rId17"/>
    <p:sldId id="267" r:id="rId18"/>
    <p:sldId id="275" r:id="rId19"/>
  </p:sldIdLst>
  <p:sldSz cx="12192000" cy="6858000"/>
  <p:notesSz cx="6858000" cy="9144000"/>
  <p:defaultTextStyle>
    <a:defPPr algn="r" rtl="1">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מחבר" initials="א"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005" autoAdjust="0"/>
    <p:restoredTop sz="94718"/>
  </p:normalViewPr>
  <p:slideViewPr>
    <p:cSldViewPr snapToGrid="0">
      <p:cViewPr varScale="1">
        <p:scale>
          <a:sx n="82" d="100"/>
          <a:sy n="82" d="100"/>
        </p:scale>
        <p:origin x="720" y="72"/>
      </p:cViewPr>
      <p:guideLst/>
    </p:cSldViewPr>
  </p:slideViewPr>
  <p:notesTextViewPr>
    <p:cViewPr>
      <p:scale>
        <a:sx n="1" d="1"/>
        <a:sy n="1" d="1"/>
      </p:scale>
      <p:origin x="0" y="0"/>
    </p:cViewPr>
  </p:notesTextViewPr>
  <p:sorterViewPr>
    <p:cViewPr>
      <p:scale>
        <a:sx n="126" d="100"/>
        <a:sy n="126" d="100"/>
      </p:scale>
      <p:origin x="0" y="0"/>
    </p:cViewPr>
  </p:sorterViewPr>
  <p:notesViewPr>
    <p:cSldViewPr snapToGrid="0">
      <p:cViewPr varScale="1">
        <p:scale>
          <a:sx n="82" d="100"/>
          <a:sy n="82" d="100"/>
        </p:scale>
        <p:origin x="4315"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סידרה 3</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lang="he-IL" sz="1197" b="0" i="0" u="none" strike="noStrike" kern="1200" baseline="0" noProof="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רבעון 2</c:v>
                </c:pt>
                <c:pt idx="1">
                  <c:v>רבעון 1</c:v>
                </c:pt>
              </c:strCache>
            </c:strRef>
          </c:cat>
          <c:val>
            <c:numRef>
              <c:f>Sheet1!$B$2:$B$3</c:f>
              <c:numCache>
                <c:formatCode>General</c:formatCode>
                <c:ptCount val="2"/>
                <c:pt idx="0">
                  <c:v>2.5</c:v>
                </c:pt>
                <c:pt idx="1">
                  <c:v>4.3</c:v>
                </c:pt>
              </c:numCache>
            </c:numRef>
          </c:val>
          <c:extLst>
            <c:ext xmlns:c16="http://schemas.microsoft.com/office/drawing/2014/chart" uri="{C3380CC4-5D6E-409C-BE32-E72D297353CC}">
              <c16:uniqueId val="{00000000-5A55-423E-948E-3543A421E78B}"/>
            </c:ext>
          </c:extLst>
        </c:ser>
        <c:ser>
          <c:idx val="1"/>
          <c:order val="1"/>
          <c:tx>
            <c:strRef>
              <c:f>Sheet1!$C$1</c:f>
              <c:strCache>
                <c:ptCount val="1"/>
                <c:pt idx="0">
                  <c:v>סידרה 2</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lang="he-IL" sz="1197" b="0" i="0" u="none" strike="noStrike" kern="1200" baseline="0" noProof="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רבעון 2</c:v>
                </c:pt>
                <c:pt idx="1">
                  <c:v>רבעון 1</c:v>
                </c:pt>
              </c:strCache>
            </c:strRef>
          </c:cat>
          <c:val>
            <c:numRef>
              <c:f>Sheet1!$C$2:$C$3</c:f>
              <c:numCache>
                <c:formatCode>General</c:formatCode>
                <c:ptCount val="2"/>
                <c:pt idx="0">
                  <c:v>4.4000000000000004</c:v>
                </c:pt>
                <c:pt idx="1">
                  <c:v>2.4</c:v>
                </c:pt>
              </c:numCache>
            </c:numRef>
          </c:val>
          <c:extLst>
            <c:ext xmlns:c16="http://schemas.microsoft.com/office/drawing/2014/chart" uri="{C3380CC4-5D6E-409C-BE32-E72D297353CC}">
              <c16:uniqueId val="{00000001-5A55-423E-948E-3543A421E78B}"/>
            </c:ext>
          </c:extLst>
        </c:ser>
        <c:ser>
          <c:idx val="2"/>
          <c:order val="2"/>
          <c:tx>
            <c:strRef>
              <c:f>Sheet1!$D$1</c:f>
              <c:strCache>
                <c:ptCount val="1"/>
                <c:pt idx="0">
                  <c:v>סידרה 1</c:v>
                </c:pt>
              </c:strCache>
            </c:strRef>
          </c:tx>
          <c:spPr>
            <a:solidFill>
              <a:schemeClr val="accent3"/>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lang="he-IL" sz="1197" b="0" i="0" u="none" strike="noStrike" kern="1200" baseline="0" noProof="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רבעון 2</c:v>
                </c:pt>
                <c:pt idx="1">
                  <c:v>רבעון 1</c:v>
                </c:pt>
              </c:strCache>
            </c:strRef>
          </c:cat>
          <c:val>
            <c:numRef>
              <c:f>Sheet1!$D$2:$D$3</c:f>
              <c:numCache>
                <c:formatCode>General</c:formatCode>
                <c:ptCount val="2"/>
                <c:pt idx="0">
                  <c:v>2</c:v>
                </c:pt>
                <c:pt idx="1">
                  <c:v>2</c:v>
                </c:pt>
              </c:numCache>
            </c:numRef>
          </c:val>
          <c:extLst>
            <c:ext xmlns:c16="http://schemas.microsoft.com/office/drawing/2014/chart" uri="{C3380CC4-5D6E-409C-BE32-E72D297353CC}">
              <c16:uniqueId val="{00000002-5A55-423E-948E-3543A421E78B}"/>
            </c:ext>
          </c:extLst>
        </c:ser>
        <c:dLbls>
          <c:showLegendKey val="0"/>
          <c:showVal val="1"/>
          <c:showCatName val="0"/>
          <c:showSerName val="0"/>
          <c:showPercent val="0"/>
          <c:showBubbleSize val="0"/>
        </c:dLbls>
        <c:gapWidth val="150"/>
        <c:overlap val="-25"/>
        <c:axId val="1111705064"/>
        <c:axId val="1111706704"/>
      </c:barChart>
      <c:catAx>
        <c:axId val="11117050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he-IL" sz="1197" b="0" i="0" u="none" strike="noStrike" kern="1200" baseline="0" noProof="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endParaRPr lang="he-IL"/>
          </a:p>
        </c:txPr>
        <c:crossAx val="1111706704"/>
        <c:crosses val="autoZero"/>
        <c:auto val="1"/>
        <c:lblAlgn val="ctr"/>
        <c:lblOffset val="100"/>
        <c:noMultiLvlLbl val="0"/>
      </c:catAx>
      <c:valAx>
        <c:axId val="1111706704"/>
        <c:scaling>
          <c:orientation val="minMax"/>
        </c:scaling>
        <c:delete val="1"/>
        <c:axPos val="b"/>
        <c:numFmt formatCode="General" sourceLinked="1"/>
        <c:majorTickMark val="none"/>
        <c:minorTickMark val="none"/>
        <c:tickLblPos val="nextTo"/>
        <c:crossAx val="111170506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lang="he-IL" sz="1197" b="0" i="0" u="none" strike="noStrike" kern="1200" baseline="0" noProof="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endParaRPr lang="he-I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lang="he-IL" noProof="0">
          <a:latin typeface="Tahoma" panose="020B0604030504040204" pitchFamily="34" charset="0"/>
          <a:ea typeface="Tahoma" panose="020B0604030504040204" pitchFamily="34" charset="0"/>
          <a:cs typeface="Tahoma" panose="020B0604030504040204" pitchFamily="34" charset="0"/>
        </a:defRPr>
      </a:pPr>
      <a:endParaRPr lang="he-I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סידרה 3</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lang="he-IL" sz="1197" b="0" i="0" u="none" strike="noStrike" kern="1200" baseline="0" noProof="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רבעון 4</c:v>
                </c:pt>
                <c:pt idx="1">
                  <c:v>רבעון 3</c:v>
                </c:pt>
              </c:strCache>
            </c:strRef>
          </c:cat>
          <c:val>
            <c:numRef>
              <c:f>Sheet1!$B$2:$B$3</c:f>
              <c:numCache>
                <c:formatCode>General</c:formatCode>
                <c:ptCount val="2"/>
                <c:pt idx="0">
                  <c:v>4.5</c:v>
                </c:pt>
                <c:pt idx="1">
                  <c:v>3.5</c:v>
                </c:pt>
              </c:numCache>
            </c:numRef>
          </c:val>
          <c:extLst>
            <c:ext xmlns:c16="http://schemas.microsoft.com/office/drawing/2014/chart" uri="{C3380CC4-5D6E-409C-BE32-E72D297353CC}">
              <c16:uniqueId val="{00000000-5A55-423E-948E-3543A421E78B}"/>
            </c:ext>
          </c:extLst>
        </c:ser>
        <c:ser>
          <c:idx val="1"/>
          <c:order val="1"/>
          <c:tx>
            <c:strRef>
              <c:f>Sheet1!$C$1</c:f>
              <c:strCache>
                <c:ptCount val="1"/>
                <c:pt idx="0">
                  <c:v>סידרה 2</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lang="he-IL" sz="1197" b="0" i="0" u="none" strike="noStrike" kern="1200" baseline="0" noProof="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רבעון 4</c:v>
                </c:pt>
                <c:pt idx="1">
                  <c:v>רבעון 3</c:v>
                </c:pt>
              </c:strCache>
            </c:strRef>
          </c:cat>
          <c:val>
            <c:numRef>
              <c:f>Sheet1!$C$2:$C$3</c:f>
              <c:numCache>
                <c:formatCode>General</c:formatCode>
                <c:ptCount val="2"/>
                <c:pt idx="0">
                  <c:v>2.8</c:v>
                </c:pt>
                <c:pt idx="1">
                  <c:v>1.8</c:v>
                </c:pt>
              </c:numCache>
            </c:numRef>
          </c:val>
          <c:extLst>
            <c:ext xmlns:c16="http://schemas.microsoft.com/office/drawing/2014/chart" uri="{C3380CC4-5D6E-409C-BE32-E72D297353CC}">
              <c16:uniqueId val="{00000001-5A55-423E-948E-3543A421E78B}"/>
            </c:ext>
          </c:extLst>
        </c:ser>
        <c:ser>
          <c:idx val="2"/>
          <c:order val="2"/>
          <c:tx>
            <c:strRef>
              <c:f>Sheet1!$D$1</c:f>
              <c:strCache>
                <c:ptCount val="1"/>
                <c:pt idx="0">
                  <c:v>סידרה 1</c:v>
                </c:pt>
              </c:strCache>
            </c:strRef>
          </c:tx>
          <c:spPr>
            <a:solidFill>
              <a:schemeClr val="accent3"/>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lang="he-IL" sz="1197" b="0" i="0" u="none" strike="noStrike" kern="1200" baseline="0" noProof="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רבעון 4</c:v>
                </c:pt>
                <c:pt idx="1">
                  <c:v>רבעון 3</c:v>
                </c:pt>
              </c:strCache>
            </c:strRef>
          </c:cat>
          <c:val>
            <c:numRef>
              <c:f>Sheet1!$D$2:$D$3</c:f>
              <c:numCache>
                <c:formatCode>General</c:formatCode>
                <c:ptCount val="2"/>
                <c:pt idx="0">
                  <c:v>5</c:v>
                </c:pt>
                <c:pt idx="1">
                  <c:v>3</c:v>
                </c:pt>
              </c:numCache>
            </c:numRef>
          </c:val>
          <c:extLst>
            <c:ext xmlns:c16="http://schemas.microsoft.com/office/drawing/2014/chart" uri="{C3380CC4-5D6E-409C-BE32-E72D297353CC}">
              <c16:uniqueId val="{00000002-5A55-423E-948E-3543A421E78B}"/>
            </c:ext>
          </c:extLst>
        </c:ser>
        <c:dLbls>
          <c:showLegendKey val="0"/>
          <c:showVal val="1"/>
          <c:showCatName val="0"/>
          <c:showSerName val="0"/>
          <c:showPercent val="0"/>
          <c:showBubbleSize val="0"/>
        </c:dLbls>
        <c:gapWidth val="150"/>
        <c:overlap val="-25"/>
        <c:axId val="1111705064"/>
        <c:axId val="1111706704"/>
      </c:barChart>
      <c:catAx>
        <c:axId val="11117050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he-IL" sz="1197" b="0" i="0" u="none" strike="noStrike" kern="1200" baseline="0" noProof="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endParaRPr lang="he-IL"/>
          </a:p>
        </c:txPr>
        <c:crossAx val="1111706704"/>
        <c:crosses val="autoZero"/>
        <c:auto val="1"/>
        <c:lblAlgn val="ctr"/>
        <c:lblOffset val="100"/>
        <c:noMultiLvlLbl val="0"/>
      </c:catAx>
      <c:valAx>
        <c:axId val="1111706704"/>
        <c:scaling>
          <c:orientation val="minMax"/>
        </c:scaling>
        <c:delete val="1"/>
        <c:axPos val="b"/>
        <c:numFmt formatCode="General" sourceLinked="1"/>
        <c:majorTickMark val="none"/>
        <c:minorTickMark val="none"/>
        <c:tickLblPos val="nextTo"/>
        <c:crossAx val="111170506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lang="he-IL" sz="1197" b="0" i="0" u="none" strike="noStrike" kern="1200" baseline="0" noProof="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endParaRPr lang="he-I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lang="he-IL" noProof="0">
          <a:latin typeface="Tahoma" panose="020B0604030504040204" pitchFamily="34" charset="0"/>
          <a:ea typeface="Tahoma" panose="020B0604030504040204" pitchFamily="34" charset="0"/>
          <a:cs typeface="Tahoma" panose="020B0604030504040204" pitchFamily="34" charset="0"/>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D8915E-DC14-41D6-9BB5-F49E1C265163}" type="doc">
      <dgm:prSet loTypeId="urn:microsoft.com/office/officeart/2005/8/layout/hList7" loCatId="list" qsTypeId="urn:microsoft.com/office/officeart/2005/8/quickstyle/simple1" qsCatId="simple" csTypeId="urn:microsoft.com/office/officeart/2005/8/colors/colorful1" csCatId="colorful" phldr="1"/>
      <dgm:spPr/>
      <dgm:t>
        <a:bodyPr rtlCol="1"/>
        <a:lstStyle/>
        <a:p>
          <a:pPr rtl="1"/>
          <a:endParaRPr lang="en-US"/>
        </a:p>
      </dgm:t>
    </dgm:pt>
    <dgm:pt modelId="{8FE81FEC-2664-411F-AEB3-065F29F52751}">
      <dgm:prSet custT="1"/>
      <dgm:spPr>
        <a:solidFill>
          <a:schemeClr val="accent1"/>
        </a:solidFill>
        <a:ln>
          <a:noFill/>
        </a:ln>
      </dgm:spPr>
      <dgm:t>
        <a:bodyPr lIns="182880" tIns="182880" rIns="182880" bIns="182880" rtlCol="1"/>
        <a:lstStyle/>
        <a:p>
          <a:pPr marL="0" algn="ctr" rtl="1">
            <a:buNone/>
          </a:pPr>
          <a:r>
            <a:rPr lang="he-IL" sz="1400" noProof="0" dirty="0">
              <a:latin typeface="Tahoma" panose="020B0604030504040204" pitchFamily="34" charset="0"/>
              <a:ea typeface="Tahoma" panose="020B0604030504040204" pitchFamily="34" charset="0"/>
              <a:cs typeface="Tahoma" panose="020B0604030504040204" pitchFamily="34" charset="0"/>
            </a:rPr>
            <a:t>פרוס רשתות אסטרטגיות עם צרכים מחייבים של עסקים אלקטרוניים</a:t>
          </a:r>
        </a:p>
      </dgm:t>
    </dgm:pt>
    <dgm:pt modelId="{BCBC007E-0269-421B-9C41-DE26D5C3A822}" type="parTrans" cxnId="{711E093C-AD42-45A4-8D40-A2D39702062E}">
      <dgm:prSet/>
      <dgm:spPr/>
      <dgm:t>
        <a:bodyPr rtlCol="1"/>
        <a:lstStyle/>
        <a:p>
          <a:pPr rtl="1"/>
          <a:endParaRPr lang="he-IL" noProof="0" dirty="0">
            <a:latin typeface="Tahoma" panose="020B0604030504040204" pitchFamily="34" charset="0"/>
            <a:ea typeface="Tahoma" panose="020B0604030504040204" pitchFamily="34" charset="0"/>
            <a:cs typeface="Tahoma" panose="020B0604030504040204" pitchFamily="34" charset="0"/>
          </a:endParaRPr>
        </a:p>
      </dgm:t>
    </dgm:pt>
    <dgm:pt modelId="{80230EB7-7230-4881-A631-309C07417378}" type="sibTrans" cxnId="{711E093C-AD42-45A4-8D40-A2D39702062E}">
      <dgm:prSet/>
      <dgm:spPr/>
      <dgm:t>
        <a:bodyPr rtlCol="1"/>
        <a:lstStyle/>
        <a:p>
          <a:pPr rtl="1"/>
          <a:endParaRPr lang="he-IL" noProof="0" dirty="0">
            <a:latin typeface="Tahoma" panose="020B0604030504040204" pitchFamily="34" charset="0"/>
            <a:ea typeface="Tahoma" panose="020B0604030504040204" pitchFamily="34" charset="0"/>
            <a:cs typeface="Tahoma" panose="020B0604030504040204" pitchFamily="34" charset="0"/>
          </a:endParaRPr>
        </a:p>
      </dgm:t>
    </dgm:pt>
    <dgm:pt modelId="{73D947E0-108F-4D20-A71E-3CF329F97212}">
      <dgm:prSet phldr="0"/>
      <dgm:spPr>
        <a:solidFill>
          <a:schemeClr val="accent1"/>
        </a:solidFill>
        <a:ln>
          <a:noFill/>
        </a:ln>
      </dgm:spPr>
      <dgm:t>
        <a:bodyPr rtlCol="1"/>
        <a:lstStyle/>
        <a:p>
          <a:pPr marL="0" algn="ctr" rtl="1">
            <a:buNone/>
          </a:pPr>
          <a:r>
            <a:rPr lang="he-IL" sz="2000" noProof="0" dirty="0">
              <a:latin typeface="Tahoma" panose="020B0604030504040204" pitchFamily="34" charset="0"/>
              <a:ea typeface="Tahoma" panose="020B0604030504040204" pitchFamily="34" charset="0"/>
              <a:cs typeface="Tahoma" panose="020B0604030504040204" pitchFamily="34" charset="0"/>
            </a:rPr>
            <a:t>תכנון</a:t>
          </a:r>
        </a:p>
      </dgm:t>
    </dgm:pt>
    <dgm:pt modelId="{9D249532-A24D-4D8F-848A-9F42F2E486C9}" type="parTrans" cxnId="{A0077D09-C12C-46D0-8DF7-194B6911362A}">
      <dgm:prSet/>
      <dgm:spPr/>
      <dgm:t>
        <a:bodyPr rtlCol="1"/>
        <a:lstStyle/>
        <a:p>
          <a:pPr rtl="1"/>
          <a:endParaRPr lang="he-IL" noProof="0" dirty="0">
            <a:latin typeface="Tahoma" panose="020B0604030504040204" pitchFamily="34" charset="0"/>
            <a:ea typeface="Tahoma" panose="020B0604030504040204" pitchFamily="34" charset="0"/>
            <a:cs typeface="Tahoma" panose="020B0604030504040204" pitchFamily="34" charset="0"/>
          </a:endParaRPr>
        </a:p>
      </dgm:t>
    </dgm:pt>
    <dgm:pt modelId="{AE813459-65AB-4FA9-B717-330DDA6DFA4E}" type="sibTrans" cxnId="{A0077D09-C12C-46D0-8DF7-194B6911362A}">
      <dgm:prSet/>
      <dgm:spPr/>
      <dgm:t>
        <a:bodyPr rtlCol="1"/>
        <a:lstStyle/>
        <a:p>
          <a:pPr rtl="1"/>
          <a:endParaRPr lang="he-IL" noProof="0" dirty="0">
            <a:latin typeface="Tahoma" panose="020B0604030504040204" pitchFamily="34" charset="0"/>
            <a:ea typeface="Tahoma" panose="020B0604030504040204" pitchFamily="34" charset="0"/>
            <a:cs typeface="Tahoma" panose="020B0604030504040204" pitchFamily="34" charset="0"/>
          </a:endParaRPr>
        </a:p>
      </dgm:t>
    </dgm:pt>
    <dgm:pt modelId="{30A490C8-22B4-4D68-875C-0F0DE2FF864D}">
      <dgm:prSet custT="1"/>
      <dgm:spPr>
        <a:solidFill>
          <a:schemeClr val="accent1"/>
        </a:solidFill>
        <a:ln>
          <a:noFill/>
        </a:ln>
      </dgm:spPr>
      <dgm:t>
        <a:bodyPr rtlCol="1"/>
        <a:lstStyle/>
        <a:p>
          <a:pPr marL="0" algn="ctr" rtl="1">
            <a:buNone/>
          </a:pPr>
          <a:r>
            <a:rPr lang="he-IL" sz="1400" noProof="0" dirty="0">
              <a:latin typeface="Tahoma" panose="020B0604030504040204" pitchFamily="34" charset="0"/>
              <a:ea typeface="Tahoma" panose="020B0604030504040204" pitchFamily="34" charset="0"/>
              <a:cs typeface="Tahoma" panose="020B0604030504040204" pitchFamily="34" charset="0"/>
            </a:rPr>
            <a:t>צור שיתוף פעולה אפקטיבי מדרגי </a:t>
          </a:r>
          <a:br>
            <a:rPr lang="he-IL" sz="1400" noProof="0" dirty="0">
              <a:latin typeface="Tahoma" panose="020B0604030504040204" pitchFamily="34" charset="0"/>
              <a:ea typeface="Tahoma" panose="020B0604030504040204" pitchFamily="34" charset="0"/>
              <a:cs typeface="Tahoma" panose="020B0604030504040204" pitchFamily="34" charset="0"/>
            </a:rPr>
          </a:br>
          <a:r>
            <a:rPr lang="he-IL" sz="1400" noProof="0" dirty="0">
              <a:latin typeface="Tahoma" panose="020B0604030504040204" pitchFamily="34" charset="0"/>
              <a:ea typeface="Tahoma" panose="020B0604030504040204" pitchFamily="34" charset="0"/>
              <a:cs typeface="Tahoma" panose="020B0604030504040204" pitchFamily="34" charset="0"/>
            </a:rPr>
            <a:t>מסחר אלקטרוני</a:t>
          </a:r>
        </a:p>
      </dgm:t>
    </dgm:pt>
    <dgm:pt modelId="{035C64B0-4F0C-4FD1-BD23-B1D4C9887CBE}" type="parTrans" cxnId="{381FE1CC-8184-4745-8EB3-6DE11655998D}">
      <dgm:prSet/>
      <dgm:spPr/>
      <dgm:t>
        <a:bodyPr rtlCol="1"/>
        <a:lstStyle/>
        <a:p>
          <a:pPr rtl="1"/>
          <a:endParaRPr lang="he-IL" noProof="0" dirty="0">
            <a:latin typeface="Tahoma" panose="020B0604030504040204" pitchFamily="34" charset="0"/>
            <a:ea typeface="Tahoma" panose="020B0604030504040204" pitchFamily="34" charset="0"/>
            <a:cs typeface="Tahoma" panose="020B0604030504040204" pitchFamily="34" charset="0"/>
          </a:endParaRPr>
        </a:p>
      </dgm:t>
    </dgm:pt>
    <dgm:pt modelId="{45495DA8-8707-41E3-A12B-FA5766269C44}" type="sibTrans" cxnId="{381FE1CC-8184-4745-8EB3-6DE11655998D}">
      <dgm:prSet/>
      <dgm:spPr/>
      <dgm:t>
        <a:bodyPr rtlCol="1"/>
        <a:lstStyle/>
        <a:p>
          <a:pPr rtl="1"/>
          <a:endParaRPr lang="he-IL" noProof="0" dirty="0">
            <a:latin typeface="Tahoma" panose="020B0604030504040204" pitchFamily="34" charset="0"/>
            <a:ea typeface="Tahoma" panose="020B0604030504040204" pitchFamily="34" charset="0"/>
            <a:cs typeface="Tahoma" panose="020B0604030504040204" pitchFamily="34" charset="0"/>
          </a:endParaRPr>
        </a:p>
      </dgm:t>
    </dgm:pt>
    <dgm:pt modelId="{B1AFA1AF-0FF8-45B3-A6D0-0E255A2F637D}">
      <dgm:prSet phldr="0"/>
      <dgm:spPr>
        <a:solidFill>
          <a:schemeClr val="accent1"/>
        </a:solidFill>
        <a:ln>
          <a:noFill/>
        </a:ln>
      </dgm:spPr>
      <dgm:t>
        <a:bodyPr rtlCol="1"/>
        <a:lstStyle/>
        <a:p>
          <a:pPr marL="0" algn="ctr" rtl="1">
            <a:buNone/>
          </a:pPr>
          <a:r>
            <a:rPr lang="he-IL" sz="2000" noProof="0" dirty="0">
              <a:latin typeface="Tahoma" panose="020B0604030504040204" pitchFamily="34" charset="0"/>
              <a:ea typeface="Tahoma" panose="020B0604030504040204" pitchFamily="34" charset="0"/>
              <a:cs typeface="Tahoma" panose="020B0604030504040204" pitchFamily="34" charset="0"/>
            </a:rPr>
            <a:t>שיווק</a:t>
          </a:r>
        </a:p>
      </dgm:t>
    </dgm:pt>
    <dgm:pt modelId="{10C68AF5-481C-45AA-A216-8BBBB04515B9}" type="parTrans" cxnId="{F28D7702-2FC3-49BD-BB13-C989E5EE622A}">
      <dgm:prSet/>
      <dgm:spPr/>
      <dgm:t>
        <a:bodyPr rtlCol="1"/>
        <a:lstStyle/>
        <a:p>
          <a:pPr rtl="1"/>
          <a:endParaRPr lang="he-IL" noProof="0" dirty="0">
            <a:latin typeface="Tahoma" panose="020B0604030504040204" pitchFamily="34" charset="0"/>
            <a:ea typeface="Tahoma" panose="020B0604030504040204" pitchFamily="34" charset="0"/>
            <a:cs typeface="Tahoma" panose="020B0604030504040204" pitchFamily="34" charset="0"/>
          </a:endParaRPr>
        </a:p>
      </dgm:t>
    </dgm:pt>
    <dgm:pt modelId="{88649F7A-400B-4056-965D-C9AC0B3AD942}" type="sibTrans" cxnId="{F28D7702-2FC3-49BD-BB13-C989E5EE622A}">
      <dgm:prSet/>
      <dgm:spPr/>
      <dgm:t>
        <a:bodyPr rtlCol="1"/>
        <a:lstStyle/>
        <a:p>
          <a:pPr rtl="1"/>
          <a:endParaRPr lang="he-IL" noProof="0" dirty="0">
            <a:latin typeface="Tahoma" panose="020B0604030504040204" pitchFamily="34" charset="0"/>
            <a:ea typeface="Tahoma" panose="020B0604030504040204" pitchFamily="34" charset="0"/>
            <a:cs typeface="Tahoma" panose="020B0604030504040204" pitchFamily="34" charset="0"/>
          </a:endParaRPr>
        </a:p>
      </dgm:t>
    </dgm:pt>
    <dgm:pt modelId="{50418D2B-9486-42DE-AFDD-1D31420040FF}">
      <dgm:prSet custT="1"/>
      <dgm:spPr>
        <a:solidFill>
          <a:schemeClr val="accent1"/>
        </a:solidFill>
        <a:ln>
          <a:noFill/>
        </a:ln>
      </dgm:spPr>
      <dgm:t>
        <a:bodyPr rtlCol="1"/>
        <a:lstStyle/>
        <a:p>
          <a:pPr marL="0" algn="ctr" rtl="1">
            <a:buNone/>
          </a:pPr>
          <a:r>
            <a:rPr lang="he-IL" sz="1400" noProof="0" dirty="0">
              <a:latin typeface="Tahoma" panose="020B0604030504040204" pitchFamily="34" charset="0"/>
              <a:ea typeface="Tahoma" panose="020B0604030504040204" pitchFamily="34" charset="0"/>
              <a:cs typeface="Tahoma" panose="020B0604030504040204" pitchFamily="34" charset="0"/>
            </a:rPr>
            <a:t>הפץ מדדים מתוקננים</a:t>
          </a:r>
        </a:p>
      </dgm:t>
    </dgm:pt>
    <dgm:pt modelId="{D5A17F6B-93F5-442B-938A-0F38C281BE88}" type="parTrans" cxnId="{5A5BA622-5DEB-48B9-88D9-C1DE36C711E5}">
      <dgm:prSet/>
      <dgm:spPr/>
      <dgm:t>
        <a:bodyPr rtlCol="1"/>
        <a:lstStyle/>
        <a:p>
          <a:pPr rtl="1"/>
          <a:endParaRPr lang="he-IL" noProof="0" dirty="0">
            <a:latin typeface="Tahoma" panose="020B0604030504040204" pitchFamily="34" charset="0"/>
            <a:ea typeface="Tahoma" panose="020B0604030504040204" pitchFamily="34" charset="0"/>
            <a:cs typeface="Tahoma" panose="020B0604030504040204" pitchFamily="34" charset="0"/>
          </a:endParaRPr>
        </a:p>
      </dgm:t>
    </dgm:pt>
    <dgm:pt modelId="{1D87A0A5-8024-4710-846B-D5BFAC785107}" type="sibTrans" cxnId="{5A5BA622-5DEB-48B9-88D9-C1DE36C711E5}">
      <dgm:prSet/>
      <dgm:spPr/>
      <dgm:t>
        <a:bodyPr rtlCol="1"/>
        <a:lstStyle/>
        <a:p>
          <a:pPr rtl="1"/>
          <a:endParaRPr lang="he-IL" noProof="0" dirty="0">
            <a:latin typeface="Tahoma" panose="020B0604030504040204" pitchFamily="34" charset="0"/>
            <a:ea typeface="Tahoma" panose="020B0604030504040204" pitchFamily="34" charset="0"/>
            <a:cs typeface="Tahoma" panose="020B0604030504040204" pitchFamily="34" charset="0"/>
          </a:endParaRPr>
        </a:p>
      </dgm:t>
    </dgm:pt>
    <dgm:pt modelId="{E9682B4F-0217-4B50-923E-C104AA24290F}">
      <dgm:prSet phldr="0"/>
      <dgm:spPr>
        <a:solidFill>
          <a:schemeClr val="accent1"/>
        </a:solidFill>
        <a:ln>
          <a:noFill/>
        </a:ln>
      </dgm:spPr>
      <dgm:t>
        <a:bodyPr rtlCol="1"/>
        <a:lstStyle/>
        <a:p>
          <a:pPr marL="0" algn="ctr" rtl="1">
            <a:buNone/>
          </a:pPr>
          <a:r>
            <a:rPr lang="he-IL" sz="2000" noProof="0" dirty="0">
              <a:latin typeface="Tahoma" panose="020B0604030504040204" pitchFamily="34" charset="0"/>
              <a:ea typeface="Tahoma" panose="020B0604030504040204" pitchFamily="34" charset="0"/>
              <a:cs typeface="Tahoma" panose="020B0604030504040204" pitchFamily="34" charset="0"/>
            </a:rPr>
            <a:t>עצב</a:t>
          </a:r>
        </a:p>
      </dgm:t>
    </dgm:pt>
    <dgm:pt modelId="{E0F6C4AF-9BBB-4698-91D7-F9AE3EACBD5D}" type="parTrans" cxnId="{6C23D0C9-74B2-4C8B-AB2F-A03B3B0EBE56}">
      <dgm:prSet/>
      <dgm:spPr/>
      <dgm:t>
        <a:bodyPr rtlCol="1"/>
        <a:lstStyle/>
        <a:p>
          <a:pPr rtl="1"/>
          <a:endParaRPr lang="he-IL" noProof="0" dirty="0">
            <a:latin typeface="Tahoma" panose="020B0604030504040204" pitchFamily="34" charset="0"/>
            <a:ea typeface="Tahoma" panose="020B0604030504040204" pitchFamily="34" charset="0"/>
            <a:cs typeface="Tahoma" panose="020B0604030504040204" pitchFamily="34" charset="0"/>
          </a:endParaRPr>
        </a:p>
      </dgm:t>
    </dgm:pt>
    <dgm:pt modelId="{B8632E42-D7EB-4C31-877E-6F1B2801851A}" type="sibTrans" cxnId="{6C23D0C9-74B2-4C8B-AB2F-A03B3B0EBE56}">
      <dgm:prSet/>
      <dgm:spPr/>
      <dgm:t>
        <a:bodyPr rtlCol="1"/>
        <a:lstStyle/>
        <a:p>
          <a:pPr rtl="1"/>
          <a:endParaRPr lang="he-IL" noProof="0" dirty="0">
            <a:latin typeface="Tahoma" panose="020B0604030504040204" pitchFamily="34" charset="0"/>
            <a:ea typeface="Tahoma" panose="020B0604030504040204" pitchFamily="34" charset="0"/>
            <a:cs typeface="Tahoma" panose="020B0604030504040204" pitchFamily="34" charset="0"/>
          </a:endParaRPr>
        </a:p>
      </dgm:t>
    </dgm:pt>
    <dgm:pt modelId="{0EC0C300-11E4-45CF-8418-973585107209}">
      <dgm:prSet phldr="0" custT="1"/>
      <dgm:spPr>
        <a:solidFill>
          <a:schemeClr val="accent1"/>
        </a:solidFill>
        <a:ln>
          <a:noFill/>
        </a:ln>
      </dgm:spPr>
      <dgm:t>
        <a:bodyPr rtlCol="1"/>
        <a:lstStyle/>
        <a:p>
          <a:pPr marL="0" algn="ctr" rtl="1">
            <a:buNone/>
          </a:pPr>
          <a:r>
            <a:rPr lang="he-IL" sz="1400" noProof="0" dirty="0">
              <a:latin typeface="Tahoma" panose="020B0604030504040204" pitchFamily="34" charset="0"/>
              <a:ea typeface="Tahoma" panose="020B0604030504040204" pitchFamily="34" charset="0"/>
              <a:cs typeface="Tahoma" panose="020B0604030504040204" pitchFamily="34" charset="0"/>
            </a:rPr>
            <a:t>תאם אפליקציות של עסקים אלקטרוניים</a:t>
          </a:r>
        </a:p>
      </dgm:t>
    </dgm:pt>
    <dgm:pt modelId="{1E4DD98E-100E-46B7-B24A-408BBF69E9FA}" type="parTrans" cxnId="{51563A4F-C0EB-47D6-B5BC-47A4E599AD4B}">
      <dgm:prSet/>
      <dgm:spPr/>
      <dgm:t>
        <a:bodyPr rtlCol="1"/>
        <a:lstStyle/>
        <a:p>
          <a:pPr rtl="1"/>
          <a:endParaRPr lang="he-IL" noProof="0" dirty="0">
            <a:latin typeface="Tahoma" panose="020B0604030504040204" pitchFamily="34" charset="0"/>
            <a:ea typeface="Tahoma" panose="020B0604030504040204" pitchFamily="34" charset="0"/>
            <a:cs typeface="Tahoma" panose="020B0604030504040204" pitchFamily="34" charset="0"/>
          </a:endParaRPr>
        </a:p>
      </dgm:t>
    </dgm:pt>
    <dgm:pt modelId="{90FAB5D1-62B3-4FF6-A07D-EE607F529C32}" type="sibTrans" cxnId="{51563A4F-C0EB-47D6-B5BC-47A4E599AD4B}">
      <dgm:prSet/>
      <dgm:spPr/>
      <dgm:t>
        <a:bodyPr rtlCol="1"/>
        <a:lstStyle/>
        <a:p>
          <a:pPr rtl="1"/>
          <a:endParaRPr lang="he-IL" noProof="0" dirty="0">
            <a:latin typeface="Tahoma" panose="020B0604030504040204" pitchFamily="34" charset="0"/>
            <a:ea typeface="Tahoma" panose="020B0604030504040204" pitchFamily="34" charset="0"/>
            <a:cs typeface="Tahoma" panose="020B0604030504040204" pitchFamily="34" charset="0"/>
          </a:endParaRPr>
        </a:p>
      </dgm:t>
    </dgm:pt>
    <dgm:pt modelId="{FEB4A941-E9FA-4A86-A673-85FF34B35F20}">
      <dgm:prSet phldr="0" custT="1"/>
      <dgm:spPr>
        <a:solidFill>
          <a:schemeClr val="accent1"/>
        </a:solidFill>
        <a:ln>
          <a:noFill/>
        </a:ln>
      </dgm:spPr>
      <dgm:t>
        <a:bodyPr rtlCol="1"/>
        <a:lstStyle/>
        <a:p>
          <a:pPr marL="0" algn="ctr" rtl="1">
            <a:buNone/>
          </a:pPr>
          <a:r>
            <a:rPr lang="he-IL" sz="1400" noProof="0" dirty="0">
              <a:latin typeface="Tahoma" panose="020B0604030504040204" pitchFamily="34" charset="0"/>
              <a:ea typeface="Tahoma" panose="020B0604030504040204" pitchFamily="34" charset="0"/>
              <a:cs typeface="Tahoma" panose="020B0604030504040204" pitchFamily="34" charset="0"/>
            </a:rPr>
            <a:t>אמץ שיטות מעולות באופן כוללני</a:t>
          </a:r>
        </a:p>
      </dgm:t>
    </dgm:pt>
    <dgm:pt modelId="{39522508-BC4E-4DD5-A744-AFEFFE36DB74}" type="parTrans" cxnId="{F942F56C-9025-4AA1-9B36-C5AE0A93B0F5}">
      <dgm:prSet/>
      <dgm:spPr/>
      <dgm:t>
        <a:bodyPr rtlCol="1"/>
        <a:lstStyle/>
        <a:p>
          <a:pPr rtl="1"/>
          <a:endParaRPr lang="he-IL" noProof="0" dirty="0">
            <a:latin typeface="Tahoma" panose="020B0604030504040204" pitchFamily="34" charset="0"/>
            <a:ea typeface="Tahoma" panose="020B0604030504040204" pitchFamily="34" charset="0"/>
            <a:cs typeface="Tahoma" panose="020B0604030504040204" pitchFamily="34" charset="0"/>
          </a:endParaRPr>
        </a:p>
      </dgm:t>
    </dgm:pt>
    <dgm:pt modelId="{97624CC8-6315-4683-B26C-C30D552DA5A6}" type="sibTrans" cxnId="{F942F56C-9025-4AA1-9B36-C5AE0A93B0F5}">
      <dgm:prSet/>
      <dgm:spPr/>
      <dgm:t>
        <a:bodyPr rtlCol="1"/>
        <a:lstStyle/>
        <a:p>
          <a:pPr rtl="1"/>
          <a:endParaRPr lang="he-IL" noProof="0" dirty="0">
            <a:latin typeface="Tahoma" panose="020B0604030504040204" pitchFamily="34" charset="0"/>
            <a:ea typeface="Tahoma" panose="020B0604030504040204" pitchFamily="34" charset="0"/>
            <a:cs typeface="Tahoma" panose="020B0604030504040204" pitchFamily="34" charset="0"/>
          </a:endParaRPr>
        </a:p>
      </dgm:t>
    </dgm:pt>
    <dgm:pt modelId="{A2322D3A-7AC2-4C5C-9D7E-EAB2313D47D4}">
      <dgm:prSet phldr="0"/>
      <dgm:spPr>
        <a:solidFill>
          <a:schemeClr val="accent1"/>
        </a:solidFill>
        <a:ln>
          <a:noFill/>
        </a:ln>
      </dgm:spPr>
      <dgm:t>
        <a:bodyPr rtlCol="1"/>
        <a:lstStyle/>
        <a:p>
          <a:pPr marL="0" algn="ctr" rtl="1"/>
          <a:r>
            <a:rPr lang="he-IL" sz="2000" noProof="0" dirty="0">
              <a:latin typeface="Tahoma" panose="020B0604030504040204" pitchFamily="34" charset="0"/>
              <a:ea typeface="Tahoma" panose="020B0604030504040204" pitchFamily="34" charset="0"/>
              <a:cs typeface="Tahoma" panose="020B0604030504040204" pitchFamily="34" charset="0"/>
            </a:rPr>
            <a:t>הפעלה</a:t>
          </a:r>
        </a:p>
      </dgm:t>
    </dgm:pt>
    <dgm:pt modelId="{4A8C15D4-B36F-4764-B4FF-F2AF790D3E17}" type="parTrans" cxnId="{179FAFCF-F878-464E-A8A6-1185EFA0E380}">
      <dgm:prSet/>
      <dgm:spPr/>
      <dgm:t>
        <a:bodyPr rtlCol="1"/>
        <a:lstStyle/>
        <a:p>
          <a:pPr rtl="1"/>
          <a:endParaRPr lang="he-IL" noProof="0" dirty="0">
            <a:latin typeface="Tahoma" panose="020B0604030504040204" pitchFamily="34" charset="0"/>
            <a:ea typeface="Tahoma" panose="020B0604030504040204" pitchFamily="34" charset="0"/>
            <a:cs typeface="Tahoma" panose="020B0604030504040204" pitchFamily="34" charset="0"/>
          </a:endParaRPr>
        </a:p>
      </dgm:t>
    </dgm:pt>
    <dgm:pt modelId="{84DE1C3A-3FC7-4DB3-88ED-33F65A71557A}" type="sibTrans" cxnId="{179FAFCF-F878-464E-A8A6-1185EFA0E380}">
      <dgm:prSet/>
      <dgm:spPr/>
      <dgm:t>
        <a:bodyPr rtlCol="1"/>
        <a:lstStyle/>
        <a:p>
          <a:pPr rtl="1"/>
          <a:endParaRPr lang="he-IL" noProof="0" dirty="0">
            <a:latin typeface="Tahoma" panose="020B0604030504040204" pitchFamily="34" charset="0"/>
            <a:ea typeface="Tahoma" panose="020B0604030504040204" pitchFamily="34" charset="0"/>
            <a:cs typeface="Tahoma" panose="020B0604030504040204" pitchFamily="34" charset="0"/>
          </a:endParaRPr>
        </a:p>
      </dgm:t>
    </dgm:pt>
    <dgm:pt modelId="{4F85505A-81B6-4FDA-A144-900B71DAD946}">
      <dgm:prSet phldr="0"/>
      <dgm:spPr>
        <a:solidFill>
          <a:schemeClr val="accent1"/>
        </a:solidFill>
        <a:ln>
          <a:noFill/>
        </a:ln>
      </dgm:spPr>
      <dgm:t>
        <a:bodyPr rtlCol="1"/>
        <a:lstStyle/>
        <a:p>
          <a:pPr marL="0" algn="ctr" rtl="1">
            <a:buNone/>
          </a:pPr>
          <a:r>
            <a:rPr lang="he-IL" sz="2000" noProof="0" dirty="0">
              <a:latin typeface="Tahoma" panose="020B0604030504040204" pitchFamily="34" charset="0"/>
              <a:ea typeface="Tahoma" panose="020B0604030504040204" pitchFamily="34" charset="0"/>
              <a:cs typeface="Tahoma" panose="020B0604030504040204" pitchFamily="34" charset="0"/>
            </a:rPr>
            <a:t>אסטרטגיה</a:t>
          </a:r>
        </a:p>
      </dgm:t>
    </dgm:pt>
    <dgm:pt modelId="{D9A96E25-7BBE-4DDD-8DDE-B4970D4340A8}" type="parTrans" cxnId="{2D633B56-E147-4EFC-B9EE-6C0413F329B0}">
      <dgm:prSet/>
      <dgm:spPr/>
      <dgm:t>
        <a:bodyPr rtlCol="1"/>
        <a:lstStyle/>
        <a:p>
          <a:pPr rtl="1"/>
          <a:endParaRPr lang="he-IL" noProof="0" dirty="0">
            <a:latin typeface="Tahoma" panose="020B0604030504040204" pitchFamily="34" charset="0"/>
            <a:ea typeface="Tahoma" panose="020B0604030504040204" pitchFamily="34" charset="0"/>
            <a:cs typeface="Tahoma" panose="020B0604030504040204" pitchFamily="34" charset="0"/>
          </a:endParaRPr>
        </a:p>
      </dgm:t>
    </dgm:pt>
    <dgm:pt modelId="{68F74A88-49DC-44B1-BC0D-220A7B97601C}" type="sibTrans" cxnId="{2D633B56-E147-4EFC-B9EE-6C0413F329B0}">
      <dgm:prSet/>
      <dgm:spPr/>
      <dgm:t>
        <a:bodyPr rtlCol="1"/>
        <a:lstStyle/>
        <a:p>
          <a:pPr rtl="1"/>
          <a:endParaRPr lang="he-IL" noProof="0" dirty="0">
            <a:latin typeface="Tahoma" panose="020B0604030504040204" pitchFamily="34" charset="0"/>
            <a:ea typeface="Tahoma" panose="020B0604030504040204" pitchFamily="34" charset="0"/>
            <a:cs typeface="Tahoma" panose="020B0604030504040204" pitchFamily="34" charset="0"/>
          </a:endParaRPr>
        </a:p>
      </dgm:t>
    </dgm:pt>
    <dgm:pt modelId="{A34AE8AA-FDF7-FA40-BADC-6B62C2B1DE88}" type="pres">
      <dgm:prSet presAssocID="{0DD8915E-DC14-41D6-9BB5-F49E1C265163}" presName="Name0" presStyleCnt="0">
        <dgm:presLayoutVars>
          <dgm:dir val="rev"/>
          <dgm:resizeHandles val="exact"/>
        </dgm:presLayoutVars>
      </dgm:prSet>
      <dgm:spPr/>
    </dgm:pt>
    <dgm:pt modelId="{2107607C-A87A-3347-81F6-106C527DBD58}" type="pres">
      <dgm:prSet presAssocID="{0DD8915E-DC14-41D6-9BB5-F49E1C265163}" presName="fgShape" presStyleLbl="fgShp" presStyleIdx="0" presStyleCnt="1" custLinFactNeighborX="140" custLinFactNeighborY="-19001"/>
      <dgm:spPr>
        <a:solidFill>
          <a:schemeClr val="accent2">
            <a:tint val="40000"/>
            <a:hueOff val="0"/>
            <a:satOff val="0"/>
            <a:lumOff val="0"/>
            <a:alpha val="0"/>
          </a:schemeClr>
        </a:solidFill>
        <a:ln>
          <a:noFill/>
        </a:ln>
      </dgm:spPr>
    </dgm:pt>
    <dgm:pt modelId="{0955960D-7F7D-E54C-8843-B1DBEEBFB364}" type="pres">
      <dgm:prSet presAssocID="{0DD8915E-DC14-41D6-9BB5-F49E1C265163}" presName="linComp" presStyleCnt="0"/>
      <dgm:spPr/>
    </dgm:pt>
    <dgm:pt modelId="{81155D12-3CC8-3D49-B0F3-3C84AC48510A}" type="pres">
      <dgm:prSet presAssocID="{73D947E0-108F-4D20-A71E-3CF329F97212}" presName="compNode" presStyleCnt="0"/>
      <dgm:spPr/>
    </dgm:pt>
    <dgm:pt modelId="{8F8B275D-8553-0846-A316-484B7B291C97}" type="pres">
      <dgm:prSet presAssocID="{73D947E0-108F-4D20-A71E-3CF329F97212}" presName="bkgdShape" presStyleLbl="node1" presStyleIdx="0" presStyleCnt="5" custLinFactNeighborX="-757"/>
      <dgm:spPr>
        <a:prstGeom prst="rect">
          <a:avLst/>
        </a:prstGeom>
      </dgm:spPr>
    </dgm:pt>
    <dgm:pt modelId="{7DA281F5-0265-2048-A63A-727E19796F79}" type="pres">
      <dgm:prSet presAssocID="{73D947E0-108F-4D20-A71E-3CF329F97212}" presName="nodeTx" presStyleLbl="node1" presStyleIdx="0" presStyleCnt="5">
        <dgm:presLayoutVars>
          <dgm:bulletEnabled val="1"/>
        </dgm:presLayoutVars>
      </dgm:prSet>
      <dgm:spPr/>
    </dgm:pt>
    <dgm:pt modelId="{79A13FEB-C61A-0346-824D-E0457CC5B4C9}" type="pres">
      <dgm:prSet presAssocID="{73D947E0-108F-4D20-A71E-3CF329F97212}" presName="invisiNode" presStyleLbl="node1" presStyleIdx="0" presStyleCnt="5"/>
      <dgm:spPr/>
    </dgm:pt>
    <dgm:pt modelId="{A126BA88-D0F9-AF4A-A7BA-0638E32B45F8}" type="pres">
      <dgm:prSet presAssocID="{73D947E0-108F-4D20-A71E-3CF329F97212}" presName="imagNode" presStyleLbl="fgImgPlace1" presStyleIdx="0" presStyleCnt="5" custScaleX="63106" custScaleY="63106"/>
      <dgm:spPr>
        <a:solidFill>
          <a:schemeClr val="accent1">
            <a:lumMod val="60000"/>
            <a:lumOff val="40000"/>
          </a:schemeClr>
        </a:solidFill>
        <a:ln>
          <a:noFill/>
        </a:ln>
      </dgm:spPr>
    </dgm:pt>
    <dgm:pt modelId="{DF3C77F5-32F3-5845-BEE2-529229516397}" type="pres">
      <dgm:prSet presAssocID="{AE813459-65AB-4FA9-B717-330DDA6DFA4E}" presName="sibTrans" presStyleLbl="sibTrans2D1" presStyleIdx="0" presStyleCnt="0"/>
      <dgm:spPr/>
    </dgm:pt>
    <dgm:pt modelId="{16FC6348-B601-E348-A50F-7576C3DDD207}" type="pres">
      <dgm:prSet presAssocID="{B1AFA1AF-0FF8-45B3-A6D0-0E255A2F637D}" presName="compNode" presStyleCnt="0"/>
      <dgm:spPr/>
    </dgm:pt>
    <dgm:pt modelId="{4DFF6703-D32F-9E47-96B8-A304C47CCB78}" type="pres">
      <dgm:prSet presAssocID="{B1AFA1AF-0FF8-45B3-A6D0-0E255A2F637D}" presName="bkgdShape" presStyleLbl="node1" presStyleIdx="1" presStyleCnt="5" custLinFactNeighborX="-129"/>
      <dgm:spPr>
        <a:prstGeom prst="rect">
          <a:avLst/>
        </a:prstGeom>
      </dgm:spPr>
    </dgm:pt>
    <dgm:pt modelId="{BA2077AD-A827-784F-87A6-E8E29A836D84}" type="pres">
      <dgm:prSet presAssocID="{B1AFA1AF-0FF8-45B3-A6D0-0E255A2F637D}" presName="nodeTx" presStyleLbl="node1" presStyleIdx="1" presStyleCnt="5">
        <dgm:presLayoutVars>
          <dgm:bulletEnabled val="1"/>
        </dgm:presLayoutVars>
      </dgm:prSet>
      <dgm:spPr/>
    </dgm:pt>
    <dgm:pt modelId="{47276A48-75DE-FE4F-B4C6-8B77CF2957C3}" type="pres">
      <dgm:prSet presAssocID="{B1AFA1AF-0FF8-45B3-A6D0-0E255A2F637D}" presName="invisiNode" presStyleLbl="node1" presStyleIdx="1" presStyleCnt="5"/>
      <dgm:spPr/>
    </dgm:pt>
    <dgm:pt modelId="{EFEB790C-BD5C-F54D-9993-F81422A8AD8E}" type="pres">
      <dgm:prSet presAssocID="{B1AFA1AF-0FF8-45B3-A6D0-0E255A2F637D}" presName="imagNode" presStyleLbl="fgImgPlace1" presStyleIdx="1" presStyleCnt="5" custScaleX="63106" custScaleY="63106"/>
      <dgm:spPr>
        <a:solidFill>
          <a:schemeClr val="accent1">
            <a:lumMod val="60000"/>
            <a:lumOff val="40000"/>
          </a:schemeClr>
        </a:solidFill>
        <a:ln>
          <a:noFill/>
        </a:ln>
      </dgm:spPr>
    </dgm:pt>
    <dgm:pt modelId="{56C7F139-002F-DF46-BB7F-23A563E7CE98}" type="pres">
      <dgm:prSet presAssocID="{88649F7A-400B-4056-965D-C9AC0B3AD942}" presName="sibTrans" presStyleLbl="sibTrans2D1" presStyleIdx="0" presStyleCnt="0"/>
      <dgm:spPr/>
    </dgm:pt>
    <dgm:pt modelId="{91E3D51E-7AB8-6349-A1D0-02F993052AB3}" type="pres">
      <dgm:prSet presAssocID="{E9682B4F-0217-4B50-923E-C104AA24290F}" presName="compNode" presStyleCnt="0"/>
      <dgm:spPr/>
    </dgm:pt>
    <dgm:pt modelId="{434ABADC-97F5-A547-823D-7594A86D79D3}" type="pres">
      <dgm:prSet presAssocID="{E9682B4F-0217-4B50-923E-C104AA24290F}" presName="bkgdShape" presStyleLbl="node1" presStyleIdx="2" presStyleCnt="5" custLinFactNeighborX="182"/>
      <dgm:spPr>
        <a:prstGeom prst="rect">
          <a:avLst/>
        </a:prstGeom>
      </dgm:spPr>
    </dgm:pt>
    <dgm:pt modelId="{BC636E4B-34B9-8543-A308-00E0D1B0D2F9}" type="pres">
      <dgm:prSet presAssocID="{E9682B4F-0217-4B50-923E-C104AA24290F}" presName="nodeTx" presStyleLbl="node1" presStyleIdx="2" presStyleCnt="5">
        <dgm:presLayoutVars>
          <dgm:bulletEnabled val="1"/>
        </dgm:presLayoutVars>
      </dgm:prSet>
      <dgm:spPr/>
    </dgm:pt>
    <dgm:pt modelId="{073A77BB-E8BD-4B4C-BFA2-7B530A2B3199}" type="pres">
      <dgm:prSet presAssocID="{E9682B4F-0217-4B50-923E-C104AA24290F}" presName="invisiNode" presStyleLbl="node1" presStyleIdx="2" presStyleCnt="5"/>
      <dgm:spPr/>
    </dgm:pt>
    <dgm:pt modelId="{CC076D56-4BB0-7246-9039-788AB439DAF0}" type="pres">
      <dgm:prSet presAssocID="{E9682B4F-0217-4B50-923E-C104AA24290F}" presName="imagNode" presStyleLbl="fgImgPlace1" presStyleIdx="2" presStyleCnt="5" custScaleX="63106" custScaleY="63106"/>
      <dgm:spPr>
        <a:solidFill>
          <a:schemeClr val="accent1">
            <a:lumMod val="60000"/>
            <a:lumOff val="40000"/>
          </a:schemeClr>
        </a:solidFill>
        <a:ln>
          <a:noFill/>
        </a:ln>
      </dgm:spPr>
    </dgm:pt>
    <dgm:pt modelId="{9BFD88E3-0F90-7143-8807-6B030CF54283}" type="pres">
      <dgm:prSet presAssocID="{B8632E42-D7EB-4C31-877E-6F1B2801851A}" presName="sibTrans" presStyleLbl="sibTrans2D1" presStyleIdx="0" presStyleCnt="0"/>
      <dgm:spPr/>
    </dgm:pt>
    <dgm:pt modelId="{900296CF-6A25-E746-A345-792DBE36F92C}" type="pres">
      <dgm:prSet presAssocID="{4F85505A-81B6-4FDA-A144-900B71DAD946}" presName="compNode" presStyleCnt="0"/>
      <dgm:spPr/>
    </dgm:pt>
    <dgm:pt modelId="{028C9BA8-C3B3-F947-915F-EE2FD2FCA9A5}" type="pres">
      <dgm:prSet presAssocID="{4F85505A-81B6-4FDA-A144-900B71DAD946}" presName="bkgdShape" presStyleLbl="node1" presStyleIdx="3" presStyleCnt="5" custLinFactNeighborX="0"/>
      <dgm:spPr>
        <a:prstGeom prst="rect">
          <a:avLst/>
        </a:prstGeom>
      </dgm:spPr>
    </dgm:pt>
    <dgm:pt modelId="{9312E8E2-BBD1-104A-9F74-B0103AF69816}" type="pres">
      <dgm:prSet presAssocID="{4F85505A-81B6-4FDA-A144-900B71DAD946}" presName="nodeTx" presStyleLbl="node1" presStyleIdx="3" presStyleCnt="5">
        <dgm:presLayoutVars>
          <dgm:bulletEnabled val="1"/>
        </dgm:presLayoutVars>
      </dgm:prSet>
      <dgm:spPr/>
    </dgm:pt>
    <dgm:pt modelId="{A0D6F489-540A-D44E-B596-6A182486B777}" type="pres">
      <dgm:prSet presAssocID="{4F85505A-81B6-4FDA-A144-900B71DAD946}" presName="invisiNode" presStyleLbl="node1" presStyleIdx="3" presStyleCnt="5"/>
      <dgm:spPr/>
    </dgm:pt>
    <dgm:pt modelId="{FDF2BC93-305C-D94B-A6C2-ED9CE7F40C2F}" type="pres">
      <dgm:prSet presAssocID="{4F85505A-81B6-4FDA-A144-900B71DAD946}" presName="imagNode" presStyleLbl="fgImgPlace1" presStyleIdx="3" presStyleCnt="5" custScaleX="63106" custScaleY="63106"/>
      <dgm:spPr>
        <a:solidFill>
          <a:schemeClr val="accent1">
            <a:lumMod val="60000"/>
            <a:lumOff val="40000"/>
          </a:schemeClr>
        </a:solidFill>
        <a:ln>
          <a:noFill/>
        </a:ln>
      </dgm:spPr>
    </dgm:pt>
    <dgm:pt modelId="{849C45A5-41B7-C14C-8FCB-1F684E015BD4}" type="pres">
      <dgm:prSet presAssocID="{68F74A88-49DC-44B1-BC0D-220A7B97601C}" presName="sibTrans" presStyleLbl="sibTrans2D1" presStyleIdx="0" presStyleCnt="0"/>
      <dgm:spPr/>
    </dgm:pt>
    <dgm:pt modelId="{CFB52331-3A90-8741-B893-154B21972CAC}" type="pres">
      <dgm:prSet presAssocID="{A2322D3A-7AC2-4C5C-9D7E-EAB2313D47D4}" presName="compNode" presStyleCnt="0"/>
      <dgm:spPr/>
    </dgm:pt>
    <dgm:pt modelId="{73C20AF0-FA1E-3C4A-AD07-551A27BE2B92}" type="pres">
      <dgm:prSet presAssocID="{A2322D3A-7AC2-4C5C-9D7E-EAB2313D47D4}" presName="bkgdShape" presStyleLbl="node1" presStyleIdx="4" presStyleCnt="5" custLinFactNeighborX="757"/>
      <dgm:spPr>
        <a:prstGeom prst="rect">
          <a:avLst/>
        </a:prstGeom>
      </dgm:spPr>
    </dgm:pt>
    <dgm:pt modelId="{AF3E8B43-0466-2941-94BF-5E057B356E82}" type="pres">
      <dgm:prSet presAssocID="{A2322D3A-7AC2-4C5C-9D7E-EAB2313D47D4}" presName="nodeTx" presStyleLbl="node1" presStyleIdx="4" presStyleCnt="5">
        <dgm:presLayoutVars>
          <dgm:bulletEnabled val="1"/>
        </dgm:presLayoutVars>
      </dgm:prSet>
      <dgm:spPr/>
    </dgm:pt>
    <dgm:pt modelId="{D1AAA287-E1AF-9946-AA96-77AD6193B1DD}" type="pres">
      <dgm:prSet presAssocID="{A2322D3A-7AC2-4C5C-9D7E-EAB2313D47D4}" presName="invisiNode" presStyleLbl="node1" presStyleIdx="4" presStyleCnt="5"/>
      <dgm:spPr/>
    </dgm:pt>
    <dgm:pt modelId="{916140F0-4F43-9F45-8310-FCCA12DDE514}" type="pres">
      <dgm:prSet presAssocID="{A2322D3A-7AC2-4C5C-9D7E-EAB2313D47D4}" presName="imagNode" presStyleLbl="fgImgPlace1" presStyleIdx="4" presStyleCnt="5" custScaleX="63106" custScaleY="63106"/>
      <dgm:spPr>
        <a:solidFill>
          <a:schemeClr val="accent1">
            <a:lumMod val="60000"/>
            <a:lumOff val="40000"/>
          </a:schemeClr>
        </a:solidFill>
        <a:ln>
          <a:noFill/>
        </a:ln>
      </dgm:spPr>
    </dgm:pt>
  </dgm:ptLst>
  <dgm:cxnLst>
    <dgm:cxn modelId="{F28D7702-2FC3-49BD-BB13-C989E5EE622A}" srcId="{0DD8915E-DC14-41D6-9BB5-F49E1C265163}" destId="{B1AFA1AF-0FF8-45B3-A6D0-0E255A2F637D}" srcOrd="1" destOrd="0" parTransId="{10C68AF5-481C-45AA-A216-8BBBB04515B9}" sibTransId="{88649F7A-400B-4056-965D-C9AC0B3AD942}"/>
    <dgm:cxn modelId="{A0077D09-C12C-46D0-8DF7-194B6911362A}" srcId="{0DD8915E-DC14-41D6-9BB5-F49E1C265163}" destId="{73D947E0-108F-4D20-A71E-3CF329F97212}" srcOrd="0" destOrd="0" parTransId="{9D249532-A24D-4D8F-848A-9F42F2E486C9}" sibTransId="{AE813459-65AB-4FA9-B717-330DDA6DFA4E}"/>
    <dgm:cxn modelId="{8994D20D-699B-6A45-8026-8CCE203E1BB5}" type="presOf" srcId="{73D947E0-108F-4D20-A71E-3CF329F97212}" destId="{7DA281F5-0265-2048-A63A-727E19796F79}" srcOrd="1" destOrd="0" presId="urn:microsoft.com/office/officeart/2005/8/layout/hList7"/>
    <dgm:cxn modelId="{F280AB1F-2993-9D47-BFDD-242B41F1F2AC}" type="presOf" srcId="{0EC0C300-11E4-45CF-8418-973585107209}" destId="{434ABADC-97F5-A547-823D-7594A86D79D3}" srcOrd="0" destOrd="1" presId="urn:microsoft.com/office/officeart/2005/8/layout/hList7"/>
    <dgm:cxn modelId="{E5D9CC1F-E58D-2F49-A249-EA553AC96459}" type="presOf" srcId="{50418D2B-9486-42DE-AFDD-1D31420040FF}" destId="{4DFF6703-D32F-9E47-96B8-A304C47CCB78}" srcOrd="0" destOrd="1" presId="urn:microsoft.com/office/officeart/2005/8/layout/hList7"/>
    <dgm:cxn modelId="{5A5BA622-5DEB-48B9-88D9-C1DE36C711E5}" srcId="{B1AFA1AF-0FF8-45B3-A6D0-0E255A2F637D}" destId="{50418D2B-9486-42DE-AFDD-1D31420040FF}" srcOrd="0" destOrd="0" parTransId="{D5A17F6B-93F5-442B-938A-0F38C281BE88}" sibTransId="{1D87A0A5-8024-4710-846B-D5BFAC785107}"/>
    <dgm:cxn modelId="{029E4233-DBFE-C64A-B874-B5F720CDE974}" type="presOf" srcId="{FEB4A941-E9FA-4A86-A673-85FF34B35F20}" destId="{9312E8E2-BBD1-104A-9F74-B0103AF69816}" srcOrd="1" destOrd="1" presId="urn:microsoft.com/office/officeart/2005/8/layout/hList7"/>
    <dgm:cxn modelId="{711E093C-AD42-45A4-8D40-A2D39702062E}" srcId="{A2322D3A-7AC2-4C5C-9D7E-EAB2313D47D4}" destId="{8FE81FEC-2664-411F-AEB3-065F29F52751}" srcOrd="0" destOrd="0" parTransId="{BCBC007E-0269-421B-9C41-DE26D5C3A822}" sibTransId="{80230EB7-7230-4881-A631-309C07417378}"/>
    <dgm:cxn modelId="{F4196061-8F22-F64C-80CC-9FC99308DC40}" type="presOf" srcId="{A2322D3A-7AC2-4C5C-9D7E-EAB2313D47D4}" destId="{AF3E8B43-0466-2941-94BF-5E057B356E82}" srcOrd="1" destOrd="0" presId="urn:microsoft.com/office/officeart/2005/8/layout/hList7"/>
    <dgm:cxn modelId="{71549A62-CAF4-BE45-851A-4CCE70CE64C3}" type="presOf" srcId="{4F85505A-81B6-4FDA-A144-900B71DAD946}" destId="{028C9BA8-C3B3-F947-915F-EE2FD2FCA9A5}" srcOrd="0" destOrd="0" presId="urn:microsoft.com/office/officeart/2005/8/layout/hList7"/>
    <dgm:cxn modelId="{5368DE64-FD22-024A-86AC-2607350C890A}" type="presOf" srcId="{AE813459-65AB-4FA9-B717-330DDA6DFA4E}" destId="{DF3C77F5-32F3-5845-BEE2-529229516397}" srcOrd="0" destOrd="0" presId="urn:microsoft.com/office/officeart/2005/8/layout/hList7"/>
    <dgm:cxn modelId="{0CDD0345-B9D9-564F-9C2A-594661BD7D44}" type="presOf" srcId="{73D947E0-108F-4D20-A71E-3CF329F97212}" destId="{8F8B275D-8553-0846-A316-484B7B291C97}" srcOrd="0" destOrd="0" presId="urn:microsoft.com/office/officeart/2005/8/layout/hList7"/>
    <dgm:cxn modelId="{80DC2967-0B8E-9442-A9E2-4F58C113FDCA}" type="presOf" srcId="{B1AFA1AF-0FF8-45B3-A6D0-0E255A2F637D}" destId="{4DFF6703-D32F-9E47-96B8-A304C47CCB78}" srcOrd="0" destOrd="0" presId="urn:microsoft.com/office/officeart/2005/8/layout/hList7"/>
    <dgm:cxn modelId="{FFD46F48-1601-3B48-AC95-844EF8053475}" type="presOf" srcId="{8FE81FEC-2664-411F-AEB3-065F29F52751}" destId="{73C20AF0-FA1E-3C4A-AD07-551A27BE2B92}" srcOrd="0" destOrd="1" presId="urn:microsoft.com/office/officeart/2005/8/layout/hList7"/>
    <dgm:cxn modelId="{FF82E56C-0E90-E648-A4FD-33776C71CA80}" type="presOf" srcId="{8FE81FEC-2664-411F-AEB3-065F29F52751}" destId="{AF3E8B43-0466-2941-94BF-5E057B356E82}" srcOrd="1" destOrd="1" presId="urn:microsoft.com/office/officeart/2005/8/layout/hList7"/>
    <dgm:cxn modelId="{F942F56C-9025-4AA1-9B36-C5AE0A93B0F5}" srcId="{4F85505A-81B6-4FDA-A144-900B71DAD946}" destId="{FEB4A941-E9FA-4A86-A673-85FF34B35F20}" srcOrd="0" destOrd="0" parTransId="{39522508-BC4E-4DD5-A744-AFEFFE36DB74}" sibTransId="{97624CC8-6315-4683-B26C-C30D552DA5A6}"/>
    <dgm:cxn modelId="{51563A4F-C0EB-47D6-B5BC-47A4E599AD4B}" srcId="{E9682B4F-0217-4B50-923E-C104AA24290F}" destId="{0EC0C300-11E4-45CF-8418-973585107209}" srcOrd="0" destOrd="0" parTransId="{1E4DD98E-100E-46B7-B24A-408BBF69E9FA}" sibTransId="{90FAB5D1-62B3-4FF6-A07D-EE607F529C32}"/>
    <dgm:cxn modelId="{D7846C52-051C-7E4A-8666-A7FC857AC117}" type="presOf" srcId="{4F85505A-81B6-4FDA-A144-900B71DAD946}" destId="{9312E8E2-BBD1-104A-9F74-B0103AF69816}" srcOrd="1" destOrd="0" presId="urn:microsoft.com/office/officeart/2005/8/layout/hList7"/>
    <dgm:cxn modelId="{2D633B56-E147-4EFC-B9EE-6C0413F329B0}" srcId="{0DD8915E-DC14-41D6-9BB5-F49E1C265163}" destId="{4F85505A-81B6-4FDA-A144-900B71DAD946}" srcOrd="3" destOrd="0" parTransId="{D9A96E25-7BBE-4DDD-8DDE-B4970D4340A8}" sibTransId="{68F74A88-49DC-44B1-BC0D-220A7B97601C}"/>
    <dgm:cxn modelId="{28690183-A8F8-5D4A-A0A0-F1EAC1F67584}" type="presOf" srcId="{E9682B4F-0217-4B50-923E-C104AA24290F}" destId="{BC636E4B-34B9-8543-A308-00E0D1B0D2F9}" srcOrd="1" destOrd="0" presId="urn:microsoft.com/office/officeart/2005/8/layout/hList7"/>
    <dgm:cxn modelId="{982C4584-ADB4-6A42-88C0-8DDE5CF3D3B6}" type="presOf" srcId="{FEB4A941-E9FA-4A86-A673-85FF34B35F20}" destId="{028C9BA8-C3B3-F947-915F-EE2FD2FCA9A5}" srcOrd="0" destOrd="1" presId="urn:microsoft.com/office/officeart/2005/8/layout/hList7"/>
    <dgm:cxn modelId="{C6485397-44AD-F347-A313-AE5F356648F1}" type="presOf" srcId="{50418D2B-9486-42DE-AFDD-1D31420040FF}" destId="{BA2077AD-A827-784F-87A6-E8E29A836D84}" srcOrd="1" destOrd="1" presId="urn:microsoft.com/office/officeart/2005/8/layout/hList7"/>
    <dgm:cxn modelId="{781B6FA0-0F00-0D41-8C2E-EA6A255C6967}" type="presOf" srcId="{0DD8915E-DC14-41D6-9BB5-F49E1C265163}" destId="{A34AE8AA-FDF7-FA40-BADC-6B62C2B1DE88}" srcOrd="0" destOrd="0" presId="urn:microsoft.com/office/officeart/2005/8/layout/hList7"/>
    <dgm:cxn modelId="{4AE39AA3-98A5-FD4F-B305-423319AE4156}" type="presOf" srcId="{0EC0C300-11E4-45CF-8418-973585107209}" destId="{BC636E4B-34B9-8543-A308-00E0D1B0D2F9}" srcOrd="1" destOrd="1" presId="urn:microsoft.com/office/officeart/2005/8/layout/hList7"/>
    <dgm:cxn modelId="{956B0EA6-B0CC-A04C-AAC4-2F46E14A46D0}" type="presOf" srcId="{E9682B4F-0217-4B50-923E-C104AA24290F}" destId="{434ABADC-97F5-A547-823D-7594A86D79D3}" srcOrd="0" destOrd="0" presId="urn:microsoft.com/office/officeart/2005/8/layout/hList7"/>
    <dgm:cxn modelId="{C85286A9-EA95-7947-BBAE-BB43E3CA7A09}" type="presOf" srcId="{30A490C8-22B4-4D68-875C-0F0DE2FF864D}" destId="{8F8B275D-8553-0846-A316-484B7B291C97}" srcOrd="0" destOrd="1" presId="urn:microsoft.com/office/officeart/2005/8/layout/hList7"/>
    <dgm:cxn modelId="{161425B1-9CC1-5A46-A6FE-66DDFF22F4E9}" type="presOf" srcId="{B1AFA1AF-0FF8-45B3-A6D0-0E255A2F637D}" destId="{BA2077AD-A827-784F-87A6-E8E29A836D84}" srcOrd="1" destOrd="0" presId="urn:microsoft.com/office/officeart/2005/8/layout/hList7"/>
    <dgm:cxn modelId="{E65110B9-3148-A843-8CC8-BF37AE44F247}" type="presOf" srcId="{A2322D3A-7AC2-4C5C-9D7E-EAB2313D47D4}" destId="{73C20AF0-FA1E-3C4A-AD07-551A27BE2B92}" srcOrd="0" destOrd="0" presId="urn:microsoft.com/office/officeart/2005/8/layout/hList7"/>
    <dgm:cxn modelId="{6C23D0C9-74B2-4C8B-AB2F-A03B3B0EBE56}" srcId="{0DD8915E-DC14-41D6-9BB5-F49E1C265163}" destId="{E9682B4F-0217-4B50-923E-C104AA24290F}" srcOrd="2" destOrd="0" parTransId="{E0F6C4AF-9BBB-4698-91D7-F9AE3EACBD5D}" sibTransId="{B8632E42-D7EB-4C31-877E-6F1B2801851A}"/>
    <dgm:cxn modelId="{381FE1CC-8184-4745-8EB3-6DE11655998D}" srcId="{73D947E0-108F-4D20-A71E-3CF329F97212}" destId="{30A490C8-22B4-4D68-875C-0F0DE2FF864D}" srcOrd="0" destOrd="0" parTransId="{035C64B0-4F0C-4FD1-BD23-B1D4C9887CBE}" sibTransId="{45495DA8-8707-41E3-A12B-FA5766269C44}"/>
    <dgm:cxn modelId="{179FAFCF-F878-464E-A8A6-1185EFA0E380}" srcId="{0DD8915E-DC14-41D6-9BB5-F49E1C265163}" destId="{A2322D3A-7AC2-4C5C-9D7E-EAB2313D47D4}" srcOrd="4" destOrd="0" parTransId="{4A8C15D4-B36F-4764-B4FF-F2AF790D3E17}" sibTransId="{84DE1C3A-3FC7-4DB3-88ED-33F65A71557A}"/>
    <dgm:cxn modelId="{FA1B16D5-5FB5-2047-9831-030AE6F3EAE9}" type="presOf" srcId="{30A490C8-22B4-4D68-875C-0F0DE2FF864D}" destId="{7DA281F5-0265-2048-A63A-727E19796F79}" srcOrd="1" destOrd="1" presId="urn:microsoft.com/office/officeart/2005/8/layout/hList7"/>
    <dgm:cxn modelId="{F1B56DD8-8FEA-344A-B6E7-D10401E3F2E3}" type="presOf" srcId="{B8632E42-D7EB-4C31-877E-6F1B2801851A}" destId="{9BFD88E3-0F90-7143-8807-6B030CF54283}" srcOrd="0" destOrd="0" presId="urn:microsoft.com/office/officeart/2005/8/layout/hList7"/>
    <dgm:cxn modelId="{7B012CF3-9916-9C42-A389-6EC30575190C}" type="presOf" srcId="{88649F7A-400B-4056-965D-C9AC0B3AD942}" destId="{56C7F139-002F-DF46-BB7F-23A563E7CE98}" srcOrd="0" destOrd="0" presId="urn:microsoft.com/office/officeart/2005/8/layout/hList7"/>
    <dgm:cxn modelId="{AB9B77F3-E113-9F42-AD26-5199BE35195A}" type="presOf" srcId="{68F74A88-49DC-44B1-BC0D-220A7B97601C}" destId="{849C45A5-41B7-C14C-8FCB-1F684E015BD4}" srcOrd="0" destOrd="0" presId="urn:microsoft.com/office/officeart/2005/8/layout/hList7"/>
    <dgm:cxn modelId="{E225472C-E3EE-2149-B941-7817CA44471E}" type="presParOf" srcId="{A34AE8AA-FDF7-FA40-BADC-6B62C2B1DE88}" destId="{2107607C-A87A-3347-81F6-106C527DBD58}" srcOrd="0" destOrd="0" presId="urn:microsoft.com/office/officeart/2005/8/layout/hList7"/>
    <dgm:cxn modelId="{F943B65C-83A1-794F-8716-82D6E9B90BCD}" type="presParOf" srcId="{A34AE8AA-FDF7-FA40-BADC-6B62C2B1DE88}" destId="{0955960D-7F7D-E54C-8843-B1DBEEBFB364}" srcOrd="1" destOrd="0" presId="urn:microsoft.com/office/officeart/2005/8/layout/hList7"/>
    <dgm:cxn modelId="{001D4585-DEB8-A543-8A40-05E8ABC28C57}" type="presParOf" srcId="{0955960D-7F7D-E54C-8843-B1DBEEBFB364}" destId="{81155D12-3CC8-3D49-B0F3-3C84AC48510A}" srcOrd="0" destOrd="0" presId="urn:microsoft.com/office/officeart/2005/8/layout/hList7"/>
    <dgm:cxn modelId="{1580EBFB-09CE-F344-8C03-5CB3CBE5AC98}" type="presParOf" srcId="{81155D12-3CC8-3D49-B0F3-3C84AC48510A}" destId="{8F8B275D-8553-0846-A316-484B7B291C97}" srcOrd="0" destOrd="0" presId="urn:microsoft.com/office/officeart/2005/8/layout/hList7"/>
    <dgm:cxn modelId="{842F04B3-A619-A54C-B547-B6C38B4FB951}" type="presParOf" srcId="{81155D12-3CC8-3D49-B0F3-3C84AC48510A}" destId="{7DA281F5-0265-2048-A63A-727E19796F79}" srcOrd="1" destOrd="0" presId="urn:microsoft.com/office/officeart/2005/8/layout/hList7"/>
    <dgm:cxn modelId="{08E39789-DE12-C44D-B363-AFAA969CE1E8}" type="presParOf" srcId="{81155D12-3CC8-3D49-B0F3-3C84AC48510A}" destId="{79A13FEB-C61A-0346-824D-E0457CC5B4C9}" srcOrd="2" destOrd="0" presId="urn:microsoft.com/office/officeart/2005/8/layout/hList7"/>
    <dgm:cxn modelId="{B88ECEE4-BA18-F649-9EFE-5FE2A1375A58}" type="presParOf" srcId="{81155D12-3CC8-3D49-B0F3-3C84AC48510A}" destId="{A126BA88-D0F9-AF4A-A7BA-0638E32B45F8}" srcOrd="3" destOrd="0" presId="urn:microsoft.com/office/officeart/2005/8/layout/hList7"/>
    <dgm:cxn modelId="{9B673E09-6E30-B544-9BA9-85CCFB26FC2F}" type="presParOf" srcId="{0955960D-7F7D-E54C-8843-B1DBEEBFB364}" destId="{DF3C77F5-32F3-5845-BEE2-529229516397}" srcOrd="1" destOrd="0" presId="urn:microsoft.com/office/officeart/2005/8/layout/hList7"/>
    <dgm:cxn modelId="{196FFE95-C277-344C-94D6-9114A085054E}" type="presParOf" srcId="{0955960D-7F7D-E54C-8843-B1DBEEBFB364}" destId="{16FC6348-B601-E348-A50F-7576C3DDD207}" srcOrd="2" destOrd="0" presId="urn:microsoft.com/office/officeart/2005/8/layout/hList7"/>
    <dgm:cxn modelId="{2BE2AAA5-6ADF-8C4D-955F-3EB733D7C5EB}" type="presParOf" srcId="{16FC6348-B601-E348-A50F-7576C3DDD207}" destId="{4DFF6703-D32F-9E47-96B8-A304C47CCB78}" srcOrd="0" destOrd="0" presId="urn:microsoft.com/office/officeart/2005/8/layout/hList7"/>
    <dgm:cxn modelId="{17073BDD-1BB2-3E40-B5F3-DB2DD27B70C8}" type="presParOf" srcId="{16FC6348-B601-E348-A50F-7576C3DDD207}" destId="{BA2077AD-A827-784F-87A6-E8E29A836D84}" srcOrd="1" destOrd="0" presId="urn:microsoft.com/office/officeart/2005/8/layout/hList7"/>
    <dgm:cxn modelId="{6756D7D8-C48B-024A-9259-CD45C2E2D6F3}" type="presParOf" srcId="{16FC6348-B601-E348-A50F-7576C3DDD207}" destId="{47276A48-75DE-FE4F-B4C6-8B77CF2957C3}" srcOrd="2" destOrd="0" presId="urn:microsoft.com/office/officeart/2005/8/layout/hList7"/>
    <dgm:cxn modelId="{68916BF1-7696-DF4C-AE9A-90DA1528D867}" type="presParOf" srcId="{16FC6348-B601-E348-A50F-7576C3DDD207}" destId="{EFEB790C-BD5C-F54D-9993-F81422A8AD8E}" srcOrd="3" destOrd="0" presId="urn:microsoft.com/office/officeart/2005/8/layout/hList7"/>
    <dgm:cxn modelId="{68673533-5457-724A-BD79-21053E0C5583}" type="presParOf" srcId="{0955960D-7F7D-E54C-8843-B1DBEEBFB364}" destId="{56C7F139-002F-DF46-BB7F-23A563E7CE98}" srcOrd="3" destOrd="0" presId="urn:microsoft.com/office/officeart/2005/8/layout/hList7"/>
    <dgm:cxn modelId="{EDA12534-DD6F-3D46-A33C-D2D3C096E217}" type="presParOf" srcId="{0955960D-7F7D-E54C-8843-B1DBEEBFB364}" destId="{91E3D51E-7AB8-6349-A1D0-02F993052AB3}" srcOrd="4" destOrd="0" presId="urn:microsoft.com/office/officeart/2005/8/layout/hList7"/>
    <dgm:cxn modelId="{98E12192-EF84-5E4E-8F7C-7D4B0E3B0CFB}" type="presParOf" srcId="{91E3D51E-7AB8-6349-A1D0-02F993052AB3}" destId="{434ABADC-97F5-A547-823D-7594A86D79D3}" srcOrd="0" destOrd="0" presId="urn:microsoft.com/office/officeart/2005/8/layout/hList7"/>
    <dgm:cxn modelId="{35A4D817-35C8-574E-BAE7-28EAD8E80E9E}" type="presParOf" srcId="{91E3D51E-7AB8-6349-A1D0-02F993052AB3}" destId="{BC636E4B-34B9-8543-A308-00E0D1B0D2F9}" srcOrd="1" destOrd="0" presId="urn:microsoft.com/office/officeart/2005/8/layout/hList7"/>
    <dgm:cxn modelId="{3F7650F7-8ADF-1647-ABCA-EDB62D6E6F07}" type="presParOf" srcId="{91E3D51E-7AB8-6349-A1D0-02F993052AB3}" destId="{073A77BB-E8BD-4B4C-BFA2-7B530A2B3199}" srcOrd="2" destOrd="0" presId="urn:microsoft.com/office/officeart/2005/8/layout/hList7"/>
    <dgm:cxn modelId="{A4C178E9-5B35-8046-AEA4-07EA064D48EC}" type="presParOf" srcId="{91E3D51E-7AB8-6349-A1D0-02F993052AB3}" destId="{CC076D56-4BB0-7246-9039-788AB439DAF0}" srcOrd="3" destOrd="0" presId="urn:microsoft.com/office/officeart/2005/8/layout/hList7"/>
    <dgm:cxn modelId="{23300555-E195-7745-8EAA-13C1C3D64096}" type="presParOf" srcId="{0955960D-7F7D-E54C-8843-B1DBEEBFB364}" destId="{9BFD88E3-0F90-7143-8807-6B030CF54283}" srcOrd="5" destOrd="0" presId="urn:microsoft.com/office/officeart/2005/8/layout/hList7"/>
    <dgm:cxn modelId="{67E0177E-2C5D-D84A-B206-DF756AC265E2}" type="presParOf" srcId="{0955960D-7F7D-E54C-8843-B1DBEEBFB364}" destId="{900296CF-6A25-E746-A345-792DBE36F92C}" srcOrd="6" destOrd="0" presId="urn:microsoft.com/office/officeart/2005/8/layout/hList7"/>
    <dgm:cxn modelId="{17F234B6-5CB2-694A-AE40-2EC7B6989025}" type="presParOf" srcId="{900296CF-6A25-E746-A345-792DBE36F92C}" destId="{028C9BA8-C3B3-F947-915F-EE2FD2FCA9A5}" srcOrd="0" destOrd="0" presId="urn:microsoft.com/office/officeart/2005/8/layout/hList7"/>
    <dgm:cxn modelId="{A078F003-3C00-6845-9EBD-2DC195EA7E87}" type="presParOf" srcId="{900296CF-6A25-E746-A345-792DBE36F92C}" destId="{9312E8E2-BBD1-104A-9F74-B0103AF69816}" srcOrd="1" destOrd="0" presId="urn:microsoft.com/office/officeart/2005/8/layout/hList7"/>
    <dgm:cxn modelId="{3E327DED-A1BA-5F40-88C6-420128E7987E}" type="presParOf" srcId="{900296CF-6A25-E746-A345-792DBE36F92C}" destId="{A0D6F489-540A-D44E-B596-6A182486B777}" srcOrd="2" destOrd="0" presId="urn:microsoft.com/office/officeart/2005/8/layout/hList7"/>
    <dgm:cxn modelId="{E331C05D-ABEF-784B-867C-9DAD3D7B0BF6}" type="presParOf" srcId="{900296CF-6A25-E746-A345-792DBE36F92C}" destId="{FDF2BC93-305C-D94B-A6C2-ED9CE7F40C2F}" srcOrd="3" destOrd="0" presId="urn:microsoft.com/office/officeart/2005/8/layout/hList7"/>
    <dgm:cxn modelId="{484D29F2-E93B-0044-AD3C-1B7FAE119D86}" type="presParOf" srcId="{0955960D-7F7D-E54C-8843-B1DBEEBFB364}" destId="{849C45A5-41B7-C14C-8FCB-1F684E015BD4}" srcOrd="7" destOrd="0" presId="urn:microsoft.com/office/officeart/2005/8/layout/hList7"/>
    <dgm:cxn modelId="{4D63AED0-BB7F-5648-A588-8D3CD77EDA47}" type="presParOf" srcId="{0955960D-7F7D-E54C-8843-B1DBEEBFB364}" destId="{CFB52331-3A90-8741-B893-154B21972CAC}" srcOrd="8" destOrd="0" presId="urn:microsoft.com/office/officeart/2005/8/layout/hList7"/>
    <dgm:cxn modelId="{3916CD4F-7FBF-D443-9D5A-2C269D38B5A1}" type="presParOf" srcId="{CFB52331-3A90-8741-B893-154B21972CAC}" destId="{73C20AF0-FA1E-3C4A-AD07-551A27BE2B92}" srcOrd="0" destOrd="0" presId="urn:microsoft.com/office/officeart/2005/8/layout/hList7"/>
    <dgm:cxn modelId="{793DE385-E18B-AB41-A417-ABB42E569007}" type="presParOf" srcId="{CFB52331-3A90-8741-B893-154B21972CAC}" destId="{AF3E8B43-0466-2941-94BF-5E057B356E82}" srcOrd="1" destOrd="0" presId="urn:microsoft.com/office/officeart/2005/8/layout/hList7"/>
    <dgm:cxn modelId="{C7FDE2A3-85A4-B144-B32C-7C9903F03EC5}" type="presParOf" srcId="{CFB52331-3A90-8741-B893-154B21972CAC}" destId="{D1AAA287-E1AF-9946-AA96-77AD6193B1DD}" srcOrd="2" destOrd="0" presId="urn:microsoft.com/office/officeart/2005/8/layout/hList7"/>
    <dgm:cxn modelId="{2241BB10-0DBA-6B41-9DA1-14E15CF8B34C}" type="presParOf" srcId="{CFB52331-3A90-8741-B893-154B21972CAC}" destId="{916140F0-4F43-9F45-8310-FCCA12DDE514}" srcOrd="3" destOrd="0" presId="urn:microsoft.com/office/officeart/2005/8/layout/hList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5A24E01-5535-46B9-A9A1-A9A07E639A88}" type="doc">
      <dgm:prSet loTypeId="urn:microsoft.com/office/officeart/2017/3/layout/DropPinTimeline" loCatId="timeline" qsTypeId="urn:microsoft.com/office/officeart/2005/8/quickstyle/simple1" qsCatId="simple" csTypeId="urn:microsoft.com/office/officeart/2005/8/colors/accent2_5" csCatId="accent2" phldr="1"/>
      <dgm:spPr/>
      <dgm:t>
        <a:bodyPr rtlCol="1"/>
        <a:lstStyle/>
        <a:p>
          <a:pPr rtl="1"/>
          <a:endParaRPr lang="en-US"/>
        </a:p>
      </dgm:t>
    </dgm:pt>
    <dgm:pt modelId="{DF1ABFB3-B399-406F-91BD-DCDF9A38526B}">
      <dgm:prSet phldrT="[Text]" phldr="0"/>
      <dgm:spPr/>
      <dgm:t>
        <a:bodyPr rtlCol="1"/>
        <a:lstStyle/>
        <a:p>
          <a:pPr algn="l"/>
          <a:r>
            <a:rPr lang="he-IL" b="0" noProof="0" dirty="0">
              <a:solidFill>
                <a:schemeClr val="bg1"/>
              </a:solidFill>
              <a:latin typeface="Tahoma" panose="020B0604030504040204" pitchFamily="34" charset="0"/>
              <a:ea typeface="Tahoma" panose="020B0604030504040204" pitchFamily="34" charset="0"/>
              <a:cs typeface="Tahoma" panose="020B0604030504040204" pitchFamily="34" charset="0"/>
            </a:rPr>
            <a:t>פרוס רשתות אסטרטגיות עם צרכים מחייבים של עסקים אלקטרוניים</a:t>
          </a:r>
          <a:endParaRPr lang="he-IL" b="1"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78CB0E27-958C-4066-A189-8B36505E8204}" type="parTrans" cxnId="{15319551-A9EA-462E-845B-E5251E84291F}">
      <dgm:prSet/>
      <dgm:spPr/>
      <dgm:t>
        <a:bodyPr rtlCol="1"/>
        <a:lstStyle/>
        <a:p>
          <a:pPr algn="l" rtl="1"/>
          <a:endParaRPr lang="he-IL"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70E4A1D3-514E-4327-991D-5CC9C6B41885}" type="sibTrans" cxnId="{15319551-A9EA-462E-845B-E5251E84291F}">
      <dgm:prSet/>
      <dgm:spPr/>
      <dgm:t>
        <a:bodyPr rtlCol="1"/>
        <a:lstStyle/>
        <a:p>
          <a:pPr algn="l" rtl="1"/>
          <a:endParaRPr lang="he-IL"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58FF46FB-368D-4E9C-A650-0513B8879DA8}">
      <dgm:prSet phldr="0"/>
      <dgm:spPr/>
      <dgm:t>
        <a:bodyPr rtlCol="1"/>
        <a:lstStyle/>
        <a:p>
          <a:pPr algn="l" rtl="1">
            <a:defRPr b="1"/>
          </a:pPr>
          <a:r>
            <a:rPr lang="he-IL" b="1" noProof="0" dirty="0">
              <a:solidFill>
                <a:schemeClr val="bg1"/>
              </a:solidFill>
              <a:latin typeface="Tahoma" panose="020B0604030504040204" pitchFamily="34" charset="0"/>
              <a:ea typeface="Tahoma" panose="020B0604030504040204" pitchFamily="34" charset="0"/>
              <a:cs typeface="Tahoma" panose="020B0604030504040204" pitchFamily="34" charset="0"/>
            </a:rPr>
            <a:t>ספטמבר </a:t>
          </a:r>
          <a:r>
            <a:rPr lang="en-US" b="1" noProof="0" dirty="0">
              <a:solidFill>
                <a:schemeClr val="bg1"/>
              </a:solidFill>
              <a:latin typeface="Tahoma" panose="020B0604030504040204" pitchFamily="34" charset="0"/>
              <a:ea typeface="Tahoma" panose="020B0604030504040204" pitchFamily="34" charset="0"/>
              <a:cs typeface="Tahoma" panose="020B0604030504040204" pitchFamily="34" charset="0"/>
            </a:rPr>
            <a:t>XX</a:t>
          </a:r>
          <a:r>
            <a:rPr lang="he-IL" b="1" noProof="0" dirty="0">
              <a:solidFill>
                <a:schemeClr val="bg1"/>
              </a:solidFill>
              <a:latin typeface="Tahoma" panose="020B0604030504040204" pitchFamily="34" charset="0"/>
              <a:ea typeface="Tahoma" panose="020B0604030504040204" pitchFamily="34" charset="0"/>
              <a:cs typeface="Tahoma" panose="020B0604030504040204" pitchFamily="34" charset="0"/>
            </a:rPr>
            <a:t>20</a:t>
          </a:r>
        </a:p>
      </dgm:t>
    </dgm:pt>
    <dgm:pt modelId="{11DFA284-5E99-474D-BF05-364A45269DC7}" type="parTrans" cxnId="{C5645B39-CB65-4A0A-B369-E455C3B827C3}">
      <dgm:prSet/>
      <dgm:spPr/>
      <dgm:t>
        <a:bodyPr rtlCol="1"/>
        <a:lstStyle/>
        <a:p>
          <a:pPr algn="l" rtl="1"/>
          <a:endParaRPr lang="he-IL"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CFA40740-0682-470C-AD5A-CFF53CD12BD2}" type="sibTrans" cxnId="{C5645B39-CB65-4A0A-B369-E455C3B827C3}">
      <dgm:prSet/>
      <dgm:spPr/>
      <dgm:t>
        <a:bodyPr rtlCol="1"/>
        <a:lstStyle/>
        <a:p>
          <a:pPr algn="l" rtl="1"/>
          <a:endParaRPr lang="he-IL"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9A875394-CA1E-4432-AEEB-9054FCFF5E0E}">
      <dgm:prSet phldr="0"/>
      <dgm:spPr/>
      <dgm:t>
        <a:bodyPr rtlCol="1"/>
        <a:lstStyle/>
        <a:p>
          <a:pPr algn="l"/>
          <a:r>
            <a:rPr lang="he-IL" b="0" noProof="0" dirty="0">
              <a:solidFill>
                <a:schemeClr val="bg1"/>
              </a:solidFill>
              <a:latin typeface="Tahoma" panose="020B0604030504040204" pitchFamily="34" charset="0"/>
              <a:ea typeface="Tahoma" panose="020B0604030504040204" pitchFamily="34" charset="0"/>
              <a:cs typeface="Tahoma" panose="020B0604030504040204" pitchFamily="34" charset="0"/>
            </a:rPr>
            <a:t>צור שיתוף פעולה אפקטיבי מדרגי מסחר אלקטרוני</a:t>
          </a:r>
        </a:p>
      </dgm:t>
    </dgm:pt>
    <dgm:pt modelId="{FCC92BDD-6EA3-421D-9DA8-7D3A12D003B6}" type="parTrans" cxnId="{B659504B-18E4-4D89-A17C-34ABB280AE52}">
      <dgm:prSet/>
      <dgm:spPr/>
      <dgm:t>
        <a:bodyPr rtlCol="1"/>
        <a:lstStyle/>
        <a:p>
          <a:pPr algn="l" rtl="1"/>
          <a:endParaRPr lang="he-IL"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0314452B-82A0-42F4-9551-DF00CFFC3580}" type="sibTrans" cxnId="{B659504B-18E4-4D89-A17C-34ABB280AE52}">
      <dgm:prSet/>
      <dgm:spPr/>
      <dgm:t>
        <a:bodyPr rtlCol="1"/>
        <a:lstStyle/>
        <a:p>
          <a:pPr algn="l" rtl="1"/>
          <a:endParaRPr lang="he-IL"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D05E1923-5021-40F7-B4EF-E582E23A699D}">
      <dgm:prSet phldr="0"/>
      <dgm:spPr/>
      <dgm:t>
        <a:bodyPr rtlCol="1"/>
        <a:lstStyle/>
        <a:p>
          <a:pPr algn="l" rtl="1">
            <a:defRPr b="1"/>
          </a:pPr>
          <a:r>
            <a:rPr lang="he-IL" b="1" noProof="0" dirty="0" err="1">
              <a:solidFill>
                <a:schemeClr val="bg1"/>
              </a:solidFill>
              <a:latin typeface="Tahoma" panose="020B0604030504040204" pitchFamily="34" charset="0"/>
              <a:ea typeface="Tahoma" panose="020B0604030504040204" pitchFamily="34" charset="0"/>
              <a:cs typeface="Tahoma" panose="020B0604030504040204" pitchFamily="34" charset="0"/>
            </a:rPr>
            <a:t>נוב</a:t>
          </a:r>
          <a:r>
            <a:rPr lang="he-IL" b="1" noProof="0"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b="1" noProof="0" dirty="0">
              <a:solidFill>
                <a:schemeClr val="bg1"/>
              </a:solidFill>
              <a:latin typeface="Tahoma" panose="020B0604030504040204" pitchFamily="34" charset="0"/>
              <a:ea typeface="Tahoma" panose="020B0604030504040204" pitchFamily="34" charset="0"/>
              <a:cs typeface="Tahoma" panose="020B0604030504040204" pitchFamily="34" charset="0"/>
            </a:rPr>
            <a:t>XX</a:t>
          </a:r>
          <a:r>
            <a:rPr lang="he-IL" b="1" noProof="0" dirty="0">
              <a:solidFill>
                <a:schemeClr val="bg1"/>
              </a:solidFill>
              <a:latin typeface="Tahoma" panose="020B0604030504040204" pitchFamily="34" charset="0"/>
              <a:ea typeface="Tahoma" panose="020B0604030504040204" pitchFamily="34" charset="0"/>
              <a:cs typeface="Tahoma" panose="020B0604030504040204" pitchFamily="34" charset="0"/>
            </a:rPr>
            <a:t>20</a:t>
          </a:r>
        </a:p>
      </dgm:t>
    </dgm:pt>
    <dgm:pt modelId="{FD6C5CD2-9CED-4BE6-89CD-A5A5CCE63B3E}" type="parTrans" cxnId="{72C4D6D9-419A-42C1-A76D-84599F65BB08}">
      <dgm:prSet/>
      <dgm:spPr/>
      <dgm:t>
        <a:bodyPr rtlCol="1"/>
        <a:lstStyle/>
        <a:p>
          <a:pPr algn="l" rtl="1"/>
          <a:endParaRPr lang="he-IL"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F020958C-EF86-4274-85F9-318F2792F7B6}" type="sibTrans" cxnId="{72C4D6D9-419A-42C1-A76D-84599F65BB08}">
      <dgm:prSet/>
      <dgm:spPr/>
      <dgm:t>
        <a:bodyPr rtlCol="1"/>
        <a:lstStyle/>
        <a:p>
          <a:pPr algn="l" rtl="1"/>
          <a:endParaRPr lang="he-IL"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579089A8-5362-4BA4-9163-D19228C1808F}">
      <dgm:prSet phldr="0"/>
      <dgm:spPr/>
      <dgm:t>
        <a:bodyPr rtlCol="1"/>
        <a:lstStyle/>
        <a:p>
          <a:pPr algn="l"/>
          <a:r>
            <a:rPr lang="he-IL" b="0" noProof="0" dirty="0">
              <a:solidFill>
                <a:schemeClr val="bg1"/>
              </a:solidFill>
              <a:latin typeface="Tahoma" panose="020B0604030504040204" pitchFamily="34" charset="0"/>
              <a:ea typeface="Tahoma" panose="020B0604030504040204" pitchFamily="34" charset="0"/>
              <a:cs typeface="Tahoma" panose="020B0604030504040204" pitchFamily="34" charset="0"/>
            </a:rPr>
            <a:t>הפץ מדדים מתוקננים</a:t>
          </a:r>
        </a:p>
      </dgm:t>
    </dgm:pt>
    <dgm:pt modelId="{FB2DEB6E-B29F-4E51-960A-23ECC62EBF38}" type="parTrans" cxnId="{4876CF51-F110-4E25-8FD4-08D25B4B0AB8}">
      <dgm:prSet/>
      <dgm:spPr/>
      <dgm:t>
        <a:bodyPr rtlCol="1"/>
        <a:lstStyle/>
        <a:p>
          <a:pPr algn="l" rtl="1"/>
          <a:endParaRPr lang="he-IL"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1C5328B1-AC18-4CF7-A034-BB0592F4A2A1}" type="sibTrans" cxnId="{4876CF51-F110-4E25-8FD4-08D25B4B0AB8}">
      <dgm:prSet/>
      <dgm:spPr/>
      <dgm:t>
        <a:bodyPr rtlCol="1"/>
        <a:lstStyle/>
        <a:p>
          <a:pPr algn="l" rtl="1"/>
          <a:endParaRPr lang="he-IL"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FA8F44BD-C8C7-462C-9756-1EC498E86842}">
      <dgm:prSet phldr="0"/>
      <dgm:spPr/>
      <dgm:t>
        <a:bodyPr rtlCol="1"/>
        <a:lstStyle/>
        <a:p>
          <a:pPr algn="l" rtl="1">
            <a:defRPr b="1"/>
          </a:pPr>
          <a:r>
            <a:rPr lang="he-IL" b="1" noProof="0" dirty="0" err="1">
              <a:solidFill>
                <a:schemeClr val="bg1"/>
              </a:solidFill>
              <a:latin typeface="Tahoma" panose="020B0604030504040204" pitchFamily="34" charset="0"/>
              <a:ea typeface="Tahoma" panose="020B0604030504040204" pitchFamily="34" charset="0"/>
              <a:cs typeface="Tahoma" panose="020B0604030504040204" pitchFamily="34" charset="0"/>
            </a:rPr>
            <a:t>ינו</a:t>
          </a:r>
          <a:r>
            <a:rPr lang="he-IL" b="1" noProof="0"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b="1" noProof="0" dirty="0">
              <a:solidFill>
                <a:schemeClr val="bg1"/>
              </a:solidFill>
              <a:latin typeface="Tahoma" panose="020B0604030504040204" pitchFamily="34" charset="0"/>
              <a:ea typeface="Tahoma" panose="020B0604030504040204" pitchFamily="34" charset="0"/>
              <a:cs typeface="Tahoma" panose="020B0604030504040204" pitchFamily="34" charset="0"/>
            </a:rPr>
            <a:t>XX</a:t>
          </a:r>
          <a:r>
            <a:rPr lang="he-IL" b="1" noProof="0" dirty="0">
              <a:solidFill>
                <a:schemeClr val="bg1"/>
              </a:solidFill>
              <a:latin typeface="Tahoma" panose="020B0604030504040204" pitchFamily="34" charset="0"/>
              <a:ea typeface="Tahoma" panose="020B0604030504040204" pitchFamily="34" charset="0"/>
              <a:cs typeface="Tahoma" panose="020B0604030504040204" pitchFamily="34" charset="0"/>
            </a:rPr>
            <a:t>20</a:t>
          </a:r>
        </a:p>
      </dgm:t>
    </dgm:pt>
    <dgm:pt modelId="{F47063EE-4B58-4EDE-A4F2-A4BD81B82F21}" type="parTrans" cxnId="{0D51BD2E-4619-469B-B233-EBAC3D4D0BA6}">
      <dgm:prSet/>
      <dgm:spPr/>
      <dgm:t>
        <a:bodyPr rtlCol="1"/>
        <a:lstStyle/>
        <a:p>
          <a:pPr algn="l" rtl="1"/>
          <a:endParaRPr lang="he-IL"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8C8A9736-03DA-4B1C-A590-10B4AD89452B}" type="sibTrans" cxnId="{0D51BD2E-4619-469B-B233-EBAC3D4D0BA6}">
      <dgm:prSet/>
      <dgm:spPr/>
      <dgm:t>
        <a:bodyPr rtlCol="1"/>
        <a:lstStyle/>
        <a:p>
          <a:pPr algn="l" rtl="1"/>
          <a:endParaRPr lang="he-IL"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EFEB4D61-3A9C-4140-977F-3C3F5C9EE9D1}">
      <dgm:prSet phldr="0"/>
      <dgm:spPr/>
      <dgm:t>
        <a:bodyPr rtlCol="1"/>
        <a:lstStyle/>
        <a:p>
          <a:pPr algn="l"/>
          <a:r>
            <a:rPr lang="he-IL" b="0" noProof="0" dirty="0">
              <a:solidFill>
                <a:schemeClr val="bg1"/>
              </a:solidFill>
              <a:latin typeface="Tahoma" panose="020B0604030504040204" pitchFamily="34" charset="0"/>
              <a:ea typeface="Tahoma" panose="020B0604030504040204" pitchFamily="34" charset="0"/>
              <a:cs typeface="Tahoma" panose="020B0604030504040204" pitchFamily="34" charset="0"/>
            </a:rPr>
            <a:t>תאם אפליקציות של עסקים אלקטרוניים</a:t>
          </a:r>
        </a:p>
      </dgm:t>
    </dgm:pt>
    <dgm:pt modelId="{57D352E4-0431-4F68-B8F1-61BFA34799AA}" type="parTrans" cxnId="{1B32EF2C-9DB5-4504-A9DA-B4956CC00208}">
      <dgm:prSet/>
      <dgm:spPr/>
      <dgm:t>
        <a:bodyPr rtlCol="1"/>
        <a:lstStyle/>
        <a:p>
          <a:pPr algn="l" rtl="1"/>
          <a:endParaRPr lang="he-IL"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0ECC32B6-1E7C-4AA4-9DBF-D69B7C5E64A9}" type="sibTrans" cxnId="{1B32EF2C-9DB5-4504-A9DA-B4956CC00208}">
      <dgm:prSet/>
      <dgm:spPr/>
      <dgm:t>
        <a:bodyPr rtlCol="1"/>
        <a:lstStyle/>
        <a:p>
          <a:pPr algn="l" rtl="1"/>
          <a:endParaRPr lang="he-IL"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8BAB5E6F-A65E-41DB-A296-0818B0E49F7C}">
      <dgm:prSet phldr="0"/>
      <dgm:spPr/>
      <dgm:t>
        <a:bodyPr rtlCol="1"/>
        <a:lstStyle/>
        <a:p>
          <a:pPr algn="l" rtl="1">
            <a:defRPr b="1"/>
          </a:pPr>
          <a:r>
            <a:rPr lang="he-IL" b="1" noProof="0" dirty="0">
              <a:solidFill>
                <a:schemeClr val="bg1"/>
              </a:solidFill>
              <a:latin typeface="Tahoma" panose="020B0604030504040204" pitchFamily="34" charset="0"/>
              <a:ea typeface="Tahoma" panose="020B0604030504040204" pitchFamily="34" charset="0"/>
              <a:cs typeface="Tahoma" panose="020B0604030504040204" pitchFamily="34" charset="0"/>
            </a:rPr>
            <a:t>מרץ </a:t>
          </a:r>
          <a:r>
            <a:rPr lang="en-US" b="1" noProof="0" dirty="0">
              <a:solidFill>
                <a:schemeClr val="bg1"/>
              </a:solidFill>
              <a:latin typeface="Tahoma" panose="020B0604030504040204" pitchFamily="34" charset="0"/>
              <a:ea typeface="Tahoma" panose="020B0604030504040204" pitchFamily="34" charset="0"/>
              <a:cs typeface="Tahoma" panose="020B0604030504040204" pitchFamily="34" charset="0"/>
            </a:rPr>
            <a:t>XX</a:t>
          </a:r>
          <a:r>
            <a:rPr lang="he-IL" b="1" noProof="0" dirty="0">
              <a:solidFill>
                <a:schemeClr val="bg1"/>
              </a:solidFill>
              <a:latin typeface="Tahoma" panose="020B0604030504040204" pitchFamily="34" charset="0"/>
              <a:ea typeface="Tahoma" panose="020B0604030504040204" pitchFamily="34" charset="0"/>
              <a:cs typeface="Tahoma" panose="020B0604030504040204" pitchFamily="34" charset="0"/>
            </a:rPr>
            <a:t>20</a:t>
          </a:r>
        </a:p>
      </dgm:t>
    </dgm:pt>
    <dgm:pt modelId="{886842C6-3EFC-4BE7-B417-415595758830}" type="parTrans" cxnId="{66B49C6C-FAFD-47B4-BF22-05A295C23D4E}">
      <dgm:prSet/>
      <dgm:spPr/>
      <dgm:t>
        <a:bodyPr rtlCol="1"/>
        <a:lstStyle/>
        <a:p>
          <a:pPr algn="l" rtl="1"/>
          <a:endParaRPr lang="he-IL"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B407F4C3-8FC9-4E91-A0EC-6B33713CC9A5}" type="sibTrans" cxnId="{66B49C6C-FAFD-47B4-BF22-05A295C23D4E}">
      <dgm:prSet/>
      <dgm:spPr/>
      <dgm:t>
        <a:bodyPr rtlCol="1"/>
        <a:lstStyle/>
        <a:p>
          <a:pPr algn="l" rtl="1"/>
          <a:endParaRPr lang="he-IL"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332BC85C-1CF3-4F8F-ACB7-5B6D53744AE1}">
      <dgm:prSet phldr="0"/>
      <dgm:spPr/>
      <dgm:t>
        <a:bodyPr rtlCol="1"/>
        <a:lstStyle/>
        <a:p>
          <a:pPr algn="l"/>
          <a:r>
            <a:rPr lang="he-IL" b="0" noProof="0" dirty="0">
              <a:solidFill>
                <a:schemeClr val="bg1"/>
              </a:solidFill>
              <a:latin typeface="Tahoma" panose="020B0604030504040204" pitchFamily="34" charset="0"/>
              <a:ea typeface="Tahoma" panose="020B0604030504040204" pitchFamily="34" charset="0"/>
              <a:cs typeface="Tahoma" panose="020B0604030504040204" pitchFamily="34" charset="0"/>
            </a:rPr>
            <a:t>אמץ שיטות מעולות באופן כוללני</a:t>
          </a:r>
        </a:p>
      </dgm:t>
    </dgm:pt>
    <dgm:pt modelId="{99F218FD-90FE-450E-A368-B3E3677E74E8}" type="parTrans" cxnId="{2617C475-F537-46A6-ADE1-4EB764853601}">
      <dgm:prSet/>
      <dgm:spPr/>
      <dgm:t>
        <a:bodyPr rtlCol="1"/>
        <a:lstStyle/>
        <a:p>
          <a:pPr algn="l" rtl="1"/>
          <a:endParaRPr lang="he-IL"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8D1CC686-B05C-4470-A959-236CC9C8BB70}" type="sibTrans" cxnId="{2617C475-F537-46A6-ADE1-4EB764853601}">
      <dgm:prSet/>
      <dgm:spPr/>
      <dgm:t>
        <a:bodyPr rtlCol="1"/>
        <a:lstStyle/>
        <a:p>
          <a:pPr algn="l" rtl="1"/>
          <a:endParaRPr lang="he-IL"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8B9AF88A-E1F7-4D3A-905F-87228D6A8655}">
      <dgm:prSet phldr="0"/>
      <dgm:spPr/>
      <dgm:t>
        <a:bodyPr rtlCol="1"/>
        <a:lstStyle/>
        <a:p>
          <a:pPr algn="l" rtl="1">
            <a:defRPr b="1"/>
          </a:pPr>
          <a:r>
            <a:rPr lang="he-IL" b="1" noProof="0" dirty="0">
              <a:solidFill>
                <a:schemeClr val="bg1"/>
              </a:solidFill>
              <a:latin typeface="Tahoma" panose="020B0604030504040204" pitchFamily="34" charset="0"/>
              <a:ea typeface="Tahoma" panose="020B0604030504040204" pitchFamily="34" charset="0"/>
              <a:cs typeface="Tahoma" panose="020B0604030504040204" pitchFamily="34" charset="0"/>
            </a:rPr>
            <a:t>מאי </a:t>
          </a:r>
          <a:r>
            <a:rPr lang="en-US" b="1" noProof="0" dirty="0">
              <a:solidFill>
                <a:schemeClr val="bg1"/>
              </a:solidFill>
              <a:latin typeface="Tahoma" panose="020B0604030504040204" pitchFamily="34" charset="0"/>
              <a:ea typeface="Tahoma" panose="020B0604030504040204" pitchFamily="34" charset="0"/>
              <a:cs typeface="Tahoma" panose="020B0604030504040204" pitchFamily="34" charset="0"/>
            </a:rPr>
            <a:t>XX</a:t>
          </a:r>
          <a:r>
            <a:rPr lang="he-IL" b="1" noProof="0" dirty="0">
              <a:solidFill>
                <a:schemeClr val="bg1"/>
              </a:solidFill>
              <a:latin typeface="Tahoma" panose="020B0604030504040204" pitchFamily="34" charset="0"/>
              <a:ea typeface="Tahoma" panose="020B0604030504040204" pitchFamily="34" charset="0"/>
              <a:cs typeface="Tahoma" panose="020B0604030504040204" pitchFamily="34" charset="0"/>
            </a:rPr>
            <a:t>20</a:t>
          </a:r>
        </a:p>
      </dgm:t>
    </dgm:pt>
    <dgm:pt modelId="{933A8FED-7B84-4ED0-B6AA-2EE26A89B8EA}" type="parTrans" cxnId="{E1474FF3-8E3C-4B30-985C-CE88BA0FE324}">
      <dgm:prSet/>
      <dgm:spPr/>
      <dgm:t>
        <a:bodyPr rtlCol="1"/>
        <a:lstStyle/>
        <a:p>
          <a:pPr algn="l" rtl="1"/>
          <a:endParaRPr lang="he-IL"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F11DD6EC-352C-4A0E-84AA-FEBE2F06BCF9}" type="sibTrans" cxnId="{E1474FF3-8E3C-4B30-985C-CE88BA0FE324}">
      <dgm:prSet/>
      <dgm:spPr/>
      <dgm:t>
        <a:bodyPr rtlCol="1"/>
        <a:lstStyle/>
        <a:p>
          <a:pPr algn="l" rtl="1"/>
          <a:endParaRPr lang="he-IL"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gm:t>
    </dgm:pt>
    <dgm:pt modelId="{6E9F3C9B-13CA-43A8-8836-0B2B41D07DEF}" type="pres">
      <dgm:prSet presAssocID="{05A24E01-5535-46B9-A9A1-A9A07E639A88}" presName="root" presStyleCnt="0">
        <dgm:presLayoutVars>
          <dgm:chMax/>
          <dgm:chPref/>
          <dgm:animLvl val="lvl"/>
        </dgm:presLayoutVars>
      </dgm:prSet>
      <dgm:spPr/>
    </dgm:pt>
    <dgm:pt modelId="{E8AACCBB-6709-4071-B389-3BB226B3A586}" type="pres">
      <dgm:prSet presAssocID="{05A24E01-5535-46B9-A9A1-A9A07E639A88}" presName="divider" presStyleLbl="fgAcc1" presStyleIdx="0" presStyleCnt="6"/>
      <dgm:spPr>
        <a:solidFill>
          <a:schemeClr val="lt1">
            <a:alpha val="90000"/>
            <a:hueOff val="0"/>
            <a:satOff val="0"/>
            <a:lumOff val="0"/>
            <a:alphaOff val="0"/>
          </a:schemeClr>
        </a:solidFill>
        <a:ln w="19050" cap="flat" cmpd="sng" algn="ctr">
          <a:solidFill>
            <a:schemeClr val="accent2">
              <a:alpha val="90000"/>
              <a:hueOff val="0"/>
              <a:satOff val="0"/>
              <a:lumOff val="0"/>
              <a:alphaOff val="0"/>
            </a:schemeClr>
          </a:solidFill>
          <a:prstDash val="solid"/>
          <a:miter lim="800000"/>
          <a:tailEnd type="triangle" w="lg" len="lg"/>
        </a:ln>
        <a:effectLst/>
      </dgm:spPr>
    </dgm:pt>
    <dgm:pt modelId="{E6F74CED-5217-4282-85F1-1C12DC84731C}" type="pres">
      <dgm:prSet presAssocID="{05A24E01-5535-46B9-A9A1-A9A07E639A88}" presName="nodes" presStyleCnt="0">
        <dgm:presLayoutVars>
          <dgm:chMax/>
          <dgm:chPref/>
          <dgm:animLvl val="lvl"/>
        </dgm:presLayoutVars>
      </dgm:prSet>
      <dgm:spPr/>
    </dgm:pt>
    <dgm:pt modelId="{AC377099-4DAE-451C-ADE9-98036E2679B5}" type="pres">
      <dgm:prSet presAssocID="{58FF46FB-368D-4E9C-A650-0513B8879DA8}" presName="composite" presStyleCnt="0"/>
      <dgm:spPr/>
    </dgm:pt>
    <dgm:pt modelId="{B6C94ECD-6415-4250-B4AD-F67BF5BECFB8}" type="pres">
      <dgm:prSet presAssocID="{58FF46FB-368D-4E9C-A650-0513B8879DA8}" presName="ConnectorPoint" presStyleLbl="lnNode1" presStyleIdx="0" presStyleCnt="5"/>
      <dgm:spPr>
        <a:solidFill>
          <a:schemeClr val="accent2">
            <a:shade val="90000"/>
            <a:hueOff val="0"/>
            <a:satOff val="0"/>
            <a:lumOff val="0"/>
            <a:alphaOff val="0"/>
          </a:schemeClr>
        </a:solidFill>
        <a:ln w="6350" cap="flat" cmpd="sng" algn="ctr">
          <a:noFill/>
          <a:prstDash val="solid"/>
          <a:miter lim="800000"/>
        </a:ln>
        <a:effectLst/>
      </dgm:spPr>
    </dgm:pt>
    <dgm:pt modelId="{0E99BB09-1B86-4308-A570-3981E6DD3A06}" type="pres">
      <dgm:prSet presAssocID="{58FF46FB-368D-4E9C-A650-0513B8879DA8}" presName="DropPinPlaceHolder" presStyleCnt="0"/>
      <dgm:spPr/>
    </dgm:pt>
    <dgm:pt modelId="{0ED6E8D6-BD44-4400-BC14-1BC75CB979A3}" type="pres">
      <dgm:prSet presAssocID="{58FF46FB-368D-4E9C-A650-0513B8879DA8}" presName="DropPin" presStyleLbl="alignNode1" presStyleIdx="0" presStyleCnt="5"/>
      <dgm:spPr>
        <a:solidFill>
          <a:schemeClr val="accent2"/>
        </a:solidFill>
      </dgm:spPr>
    </dgm:pt>
    <dgm:pt modelId="{5B7FC7CF-F58D-48D5-8BCC-38D6EE87890B}" type="pres">
      <dgm:prSet presAssocID="{58FF46FB-368D-4E9C-A650-0513B8879DA8}" presName="Ellipse" presStyleLbl="fgAcc1" presStyleIdx="1" presStyleCnt="6"/>
      <dgm:spPr>
        <a:solidFill>
          <a:schemeClr val="accent1">
            <a:alpha val="90000"/>
          </a:schemeClr>
        </a:solidFill>
        <a:ln w="12700" cap="flat" cmpd="sng" algn="ctr">
          <a:noFill/>
          <a:prstDash val="solid"/>
          <a:miter lim="800000"/>
        </a:ln>
        <a:effectLst/>
      </dgm:spPr>
    </dgm:pt>
    <dgm:pt modelId="{D2143A46-815A-49BF-9455-C0385022444F}" type="pres">
      <dgm:prSet presAssocID="{58FF46FB-368D-4E9C-A650-0513B8879DA8}" presName="L2TextContainer" presStyleLbl="revTx" presStyleIdx="0" presStyleCnt="10">
        <dgm:presLayoutVars>
          <dgm:bulletEnabled val="1"/>
        </dgm:presLayoutVars>
      </dgm:prSet>
      <dgm:spPr/>
    </dgm:pt>
    <dgm:pt modelId="{8E3FB235-DF38-476B-9A0E-B1E583D50944}" type="pres">
      <dgm:prSet presAssocID="{58FF46FB-368D-4E9C-A650-0513B8879DA8}" presName="L1TextContainer" presStyleLbl="revTx" presStyleIdx="1" presStyleCnt="10" custScaleX="85387">
        <dgm:presLayoutVars>
          <dgm:chMax val="1"/>
          <dgm:chPref val="1"/>
          <dgm:bulletEnabled val="1"/>
        </dgm:presLayoutVars>
      </dgm:prSet>
      <dgm:spPr/>
    </dgm:pt>
    <dgm:pt modelId="{9AA05CE5-209F-4AD9-BE2C-2A69F76DA8F4}" type="pres">
      <dgm:prSet presAssocID="{58FF46FB-368D-4E9C-A650-0513B8879DA8}" presName="ConnectLine" presStyleLbl="sibTrans1D1" presStyleIdx="0" presStyleCnt="5"/>
      <dgm:spPr>
        <a:noFill/>
        <a:ln w="12700" cap="flat" cmpd="sng" algn="ctr">
          <a:solidFill>
            <a:schemeClr val="accent2"/>
          </a:solidFill>
          <a:prstDash val="dash"/>
          <a:miter lim="800000"/>
        </a:ln>
        <a:effectLst/>
      </dgm:spPr>
    </dgm:pt>
    <dgm:pt modelId="{17350C28-DA10-4F3B-9FA2-0FE7C12A4ABE}" type="pres">
      <dgm:prSet presAssocID="{58FF46FB-368D-4E9C-A650-0513B8879DA8}" presName="EmptyPlaceHolder" presStyleCnt="0"/>
      <dgm:spPr/>
    </dgm:pt>
    <dgm:pt modelId="{6DA7B85E-9DC6-4F3B-A2BF-09CDEEDB43BC}" type="pres">
      <dgm:prSet presAssocID="{CFA40740-0682-470C-AD5A-CFF53CD12BD2}" presName="spaceBetweenRectangles" presStyleCnt="0"/>
      <dgm:spPr/>
    </dgm:pt>
    <dgm:pt modelId="{CF519A69-9940-494F-8406-D0D876E3CD26}" type="pres">
      <dgm:prSet presAssocID="{D05E1923-5021-40F7-B4EF-E582E23A699D}" presName="composite" presStyleCnt="0"/>
      <dgm:spPr/>
    </dgm:pt>
    <dgm:pt modelId="{714429FF-AAA3-4358-8C5F-1A7F29AA2B7B}" type="pres">
      <dgm:prSet presAssocID="{D05E1923-5021-40F7-B4EF-E582E23A699D}" presName="ConnectorPoint" presStyleLbl="lnNode1" presStyleIdx="1" presStyleCnt="5"/>
      <dgm:spPr>
        <a:solidFill>
          <a:schemeClr val="accent2"/>
        </a:solidFill>
        <a:ln w="6350" cap="flat" cmpd="sng" algn="ctr">
          <a:noFill/>
          <a:prstDash val="solid"/>
          <a:miter lim="800000"/>
        </a:ln>
        <a:effectLst/>
      </dgm:spPr>
    </dgm:pt>
    <dgm:pt modelId="{AB8B1E8E-162B-4E3E-9E31-BA5CFBD3ED9D}" type="pres">
      <dgm:prSet presAssocID="{D05E1923-5021-40F7-B4EF-E582E23A699D}" presName="DropPinPlaceHolder" presStyleCnt="0"/>
      <dgm:spPr/>
    </dgm:pt>
    <dgm:pt modelId="{358CAA11-0A87-4861-8B4E-913B1EAD1334}" type="pres">
      <dgm:prSet presAssocID="{D05E1923-5021-40F7-B4EF-E582E23A699D}" presName="DropPin" presStyleLbl="alignNode1" presStyleIdx="1" presStyleCnt="5"/>
      <dgm:spPr>
        <a:solidFill>
          <a:schemeClr val="accent2"/>
        </a:solidFill>
      </dgm:spPr>
    </dgm:pt>
    <dgm:pt modelId="{B1A1A837-F261-404B-A808-B2F4154CE8A2}" type="pres">
      <dgm:prSet presAssocID="{D05E1923-5021-40F7-B4EF-E582E23A699D}" presName="Ellipse" presStyleLbl="fgAcc1" presStyleIdx="2" presStyleCnt="6"/>
      <dgm:spPr>
        <a:solidFill>
          <a:schemeClr val="accent1">
            <a:alpha val="90000"/>
          </a:schemeClr>
        </a:solidFill>
        <a:ln w="12700" cap="flat" cmpd="sng" algn="ctr">
          <a:noFill/>
          <a:prstDash val="solid"/>
          <a:miter lim="800000"/>
        </a:ln>
        <a:effectLst/>
      </dgm:spPr>
    </dgm:pt>
    <dgm:pt modelId="{B5F3F650-2E42-488A-AD4F-C4BD47D19A84}" type="pres">
      <dgm:prSet presAssocID="{D05E1923-5021-40F7-B4EF-E582E23A699D}" presName="L2TextContainer" presStyleLbl="revTx" presStyleIdx="2" presStyleCnt="10">
        <dgm:presLayoutVars>
          <dgm:bulletEnabled val="1"/>
        </dgm:presLayoutVars>
      </dgm:prSet>
      <dgm:spPr/>
    </dgm:pt>
    <dgm:pt modelId="{223C5207-4FA2-4A6C-8F43-20BD55767C99}" type="pres">
      <dgm:prSet presAssocID="{D05E1923-5021-40F7-B4EF-E582E23A699D}" presName="L1TextContainer" presStyleLbl="revTx" presStyleIdx="3" presStyleCnt="10" custScaleX="85387">
        <dgm:presLayoutVars>
          <dgm:chMax val="1"/>
          <dgm:chPref val="1"/>
          <dgm:bulletEnabled val="1"/>
        </dgm:presLayoutVars>
      </dgm:prSet>
      <dgm:spPr/>
    </dgm:pt>
    <dgm:pt modelId="{4FE5EB5D-4CEF-4D0D-9394-0534E61844BE}" type="pres">
      <dgm:prSet presAssocID="{D05E1923-5021-40F7-B4EF-E582E23A699D}" presName="ConnectLine" presStyleLbl="sibTrans1D1" presStyleIdx="1" presStyleCnt="5"/>
      <dgm:spPr>
        <a:noFill/>
        <a:ln w="12700" cap="flat" cmpd="sng" algn="ctr">
          <a:solidFill>
            <a:schemeClr val="accent2"/>
          </a:solidFill>
          <a:prstDash val="dash"/>
          <a:miter lim="800000"/>
        </a:ln>
        <a:effectLst/>
      </dgm:spPr>
    </dgm:pt>
    <dgm:pt modelId="{EC869059-0AEC-4D98-8C46-CB603A342C72}" type="pres">
      <dgm:prSet presAssocID="{D05E1923-5021-40F7-B4EF-E582E23A699D}" presName="EmptyPlaceHolder" presStyleCnt="0"/>
      <dgm:spPr/>
    </dgm:pt>
    <dgm:pt modelId="{408BA715-9739-461D-BFDE-88EDAE355E60}" type="pres">
      <dgm:prSet presAssocID="{F020958C-EF86-4274-85F9-318F2792F7B6}" presName="spaceBetweenRectangles" presStyleCnt="0"/>
      <dgm:spPr/>
    </dgm:pt>
    <dgm:pt modelId="{D512C7F9-87A6-4BA9-AFAC-03FF1578D945}" type="pres">
      <dgm:prSet presAssocID="{FA8F44BD-C8C7-462C-9756-1EC498E86842}" presName="composite" presStyleCnt="0"/>
      <dgm:spPr/>
    </dgm:pt>
    <dgm:pt modelId="{152AD014-AFD0-4700-A468-4D562874339A}" type="pres">
      <dgm:prSet presAssocID="{FA8F44BD-C8C7-462C-9756-1EC498E86842}" presName="ConnectorPoint" presStyleLbl="lnNode1" presStyleIdx="2" presStyleCnt="5"/>
      <dgm:spPr>
        <a:solidFill>
          <a:schemeClr val="accent2"/>
        </a:solidFill>
        <a:ln w="6350" cap="flat" cmpd="sng" algn="ctr">
          <a:noFill/>
          <a:prstDash val="solid"/>
          <a:miter lim="800000"/>
        </a:ln>
        <a:effectLst/>
      </dgm:spPr>
    </dgm:pt>
    <dgm:pt modelId="{6CE2C4D8-4380-442D-A6C2-0B468BF3C74C}" type="pres">
      <dgm:prSet presAssocID="{FA8F44BD-C8C7-462C-9756-1EC498E86842}" presName="DropPinPlaceHolder" presStyleCnt="0"/>
      <dgm:spPr/>
    </dgm:pt>
    <dgm:pt modelId="{72C82E90-F103-439C-8371-CFFB0927B9DE}" type="pres">
      <dgm:prSet presAssocID="{FA8F44BD-C8C7-462C-9756-1EC498E86842}" presName="DropPin" presStyleLbl="alignNode1" presStyleIdx="2" presStyleCnt="5"/>
      <dgm:spPr>
        <a:solidFill>
          <a:schemeClr val="accent2"/>
        </a:solidFill>
      </dgm:spPr>
    </dgm:pt>
    <dgm:pt modelId="{5D519322-C1DD-47AE-92C0-13575134BC76}" type="pres">
      <dgm:prSet presAssocID="{FA8F44BD-C8C7-462C-9756-1EC498E86842}" presName="Ellipse" presStyleLbl="fgAcc1" presStyleIdx="3" presStyleCnt="6"/>
      <dgm:spPr>
        <a:solidFill>
          <a:schemeClr val="accent1">
            <a:alpha val="90000"/>
          </a:schemeClr>
        </a:solidFill>
        <a:ln w="12700" cap="flat" cmpd="sng" algn="ctr">
          <a:noFill/>
          <a:prstDash val="solid"/>
          <a:miter lim="800000"/>
        </a:ln>
        <a:effectLst/>
      </dgm:spPr>
    </dgm:pt>
    <dgm:pt modelId="{96DDA0FE-83E2-423C-9F13-58A61EB68487}" type="pres">
      <dgm:prSet presAssocID="{FA8F44BD-C8C7-462C-9756-1EC498E86842}" presName="L2TextContainer" presStyleLbl="revTx" presStyleIdx="4" presStyleCnt="10">
        <dgm:presLayoutVars>
          <dgm:bulletEnabled val="1"/>
        </dgm:presLayoutVars>
      </dgm:prSet>
      <dgm:spPr/>
    </dgm:pt>
    <dgm:pt modelId="{2D6C7916-1130-46A8-833B-A6278CBD2192}" type="pres">
      <dgm:prSet presAssocID="{FA8F44BD-C8C7-462C-9756-1EC498E86842}" presName="L1TextContainer" presStyleLbl="revTx" presStyleIdx="5" presStyleCnt="10" custScaleX="85387" custLinFactNeighborX="0">
        <dgm:presLayoutVars>
          <dgm:chMax val="1"/>
          <dgm:chPref val="1"/>
          <dgm:bulletEnabled val="1"/>
        </dgm:presLayoutVars>
      </dgm:prSet>
      <dgm:spPr/>
    </dgm:pt>
    <dgm:pt modelId="{4D953791-5C2F-4A75-A8F4-6ED7EAB5E015}" type="pres">
      <dgm:prSet presAssocID="{FA8F44BD-C8C7-462C-9756-1EC498E86842}" presName="ConnectLine" presStyleLbl="sibTrans1D1" presStyleIdx="2" presStyleCnt="5"/>
      <dgm:spPr>
        <a:noFill/>
        <a:ln w="12700" cap="flat" cmpd="sng" algn="ctr">
          <a:solidFill>
            <a:schemeClr val="accent2"/>
          </a:solidFill>
          <a:prstDash val="dash"/>
          <a:miter lim="800000"/>
        </a:ln>
        <a:effectLst/>
      </dgm:spPr>
    </dgm:pt>
    <dgm:pt modelId="{22A72E40-4DCC-4F48-AADD-29738FD37A2C}" type="pres">
      <dgm:prSet presAssocID="{FA8F44BD-C8C7-462C-9756-1EC498E86842}" presName="EmptyPlaceHolder" presStyleCnt="0"/>
      <dgm:spPr/>
    </dgm:pt>
    <dgm:pt modelId="{E168BB9F-20D9-474F-9E39-4872B40634C6}" type="pres">
      <dgm:prSet presAssocID="{8C8A9736-03DA-4B1C-A590-10B4AD89452B}" presName="spaceBetweenRectangles" presStyleCnt="0"/>
      <dgm:spPr/>
    </dgm:pt>
    <dgm:pt modelId="{A62622B1-7EF4-49B6-9AC7-B54F0E2A0C74}" type="pres">
      <dgm:prSet presAssocID="{8BAB5E6F-A65E-41DB-A296-0818B0E49F7C}" presName="composite" presStyleCnt="0"/>
      <dgm:spPr/>
    </dgm:pt>
    <dgm:pt modelId="{14282312-87CB-41BB-A02D-C594BBEF33C7}" type="pres">
      <dgm:prSet presAssocID="{8BAB5E6F-A65E-41DB-A296-0818B0E49F7C}" presName="ConnectorPoint" presStyleLbl="lnNode1" presStyleIdx="3" presStyleCnt="5"/>
      <dgm:spPr>
        <a:solidFill>
          <a:schemeClr val="accent2"/>
        </a:solidFill>
        <a:ln w="6350" cap="flat" cmpd="sng" algn="ctr">
          <a:noFill/>
          <a:prstDash val="solid"/>
          <a:miter lim="800000"/>
        </a:ln>
        <a:effectLst/>
      </dgm:spPr>
    </dgm:pt>
    <dgm:pt modelId="{D554C1A5-AF8E-41FC-A779-25BD6B11F91F}" type="pres">
      <dgm:prSet presAssocID="{8BAB5E6F-A65E-41DB-A296-0818B0E49F7C}" presName="DropPinPlaceHolder" presStyleCnt="0"/>
      <dgm:spPr/>
    </dgm:pt>
    <dgm:pt modelId="{17331DD9-74CF-4A3A-86BA-F4B9DBEAB944}" type="pres">
      <dgm:prSet presAssocID="{8BAB5E6F-A65E-41DB-A296-0818B0E49F7C}" presName="DropPin" presStyleLbl="alignNode1" presStyleIdx="3" presStyleCnt="5"/>
      <dgm:spPr>
        <a:solidFill>
          <a:schemeClr val="accent2"/>
        </a:solidFill>
      </dgm:spPr>
    </dgm:pt>
    <dgm:pt modelId="{515AAB83-BD07-4B9E-9A3B-858C0B126F9C}" type="pres">
      <dgm:prSet presAssocID="{8BAB5E6F-A65E-41DB-A296-0818B0E49F7C}" presName="Ellipse" presStyleLbl="fgAcc1" presStyleIdx="4" presStyleCnt="6"/>
      <dgm:spPr>
        <a:solidFill>
          <a:schemeClr val="accent1">
            <a:alpha val="90000"/>
          </a:schemeClr>
        </a:solidFill>
        <a:ln w="12700" cap="flat" cmpd="sng" algn="ctr">
          <a:noFill/>
          <a:prstDash val="solid"/>
          <a:miter lim="800000"/>
        </a:ln>
        <a:effectLst/>
      </dgm:spPr>
    </dgm:pt>
    <dgm:pt modelId="{08CB2D5A-F46A-4E0E-9575-15F31D04AAC6}" type="pres">
      <dgm:prSet presAssocID="{8BAB5E6F-A65E-41DB-A296-0818B0E49F7C}" presName="L2TextContainer" presStyleLbl="revTx" presStyleIdx="6" presStyleCnt="10">
        <dgm:presLayoutVars>
          <dgm:bulletEnabled val="1"/>
        </dgm:presLayoutVars>
      </dgm:prSet>
      <dgm:spPr/>
    </dgm:pt>
    <dgm:pt modelId="{7C1E6B4A-59F7-4018-A403-E1CCAEE78BA1}" type="pres">
      <dgm:prSet presAssocID="{8BAB5E6F-A65E-41DB-A296-0818B0E49F7C}" presName="L1TextContainer" presStyleLbl="revTx" presStyleIdx="7" presStyleCnt="10" custScaleX="85387">
        <dgm:presLayoutVars>
          <dgm:chMax val="1"/>
          <dgm:chPref val="1"/>
          <dgm:bulletEnabled val="1"/>
        </dgm:presLayoutVars>
      </dgm:prSet>
      <dgm:spPr/>
    </dgm:pt>
    <dgm:pt modelId="{A03C5372-D306-43AC-B406-6F8183849431}" type="pres">
      <dgm:prSet presAssocID="{8BAB5E6F-A65E-41DB-A296-0818B0E49F7C}" presName="ConnectLine" presStyleLbl="sibTrans1D1" presStyleIdx="3" presStyleCnt="5"/>
      <dgm:spPr>
        <a:noFill/>
        <a:ln w="12700" cap="flat" cmpd="sng" algn="ctr">
          <a:solidFill>
            <a:schemeClr val="accent2"/>
          </a:solidFill>
          <a:prstDash val="dash"/>
          <a:miter lim="800000"/>
        </a:ln>
        <a:effectLst/>
      </dgm:spPr>
    </dgm:pt>
    <dgm:pt modelId="{90926F0B-05E0-48AF-9C69-5C494731F877}" type="pres">
      <dgm:prSet presAssocID="{8BAB5E6F-A65E-41DB-A296-0818B0E49F7C}" presName="EmptyPlaceHolder" presStyleCnt="0"/>
      <dgm:spPr/>
    </dgm:pt>
    <dgm:pt modelId="{9EA695E3-93D5-405B-8AF6-0B8537A964FD}" type="pres">
      <dgm:prSet presAssocID="{B407F4C3-8FC9-4E91-A0EC-6B33713CC9A5}" presName="spaceBetweenRectangles" presStyleCnt="0"/>
      <dgm:spPr/>
    </dgm:pt>
    <dgm:pt modelId="{05956D37-804F-419D-9E8C-30D41D06DC3E}" type="pres">
      <dgm:prSet presAssocID="{8B9AF88A-E1F7-4D3A-905F-87228D6A8655}" presName="composite" presStyleCnt="0"/>
      <dgm:spPr/>
    </dgm:pt>
    <dgm:pt modelId="{58B7B786-A0AD-4662-8D54-C5C572D2C32C}" type="pres">
      <dgm:prSet presAssocID="{8B9AF88A-E1F7-4D3A-905F-87228D6A8655}" presName="ConnectorPoint" presStyleLbl="lnNode1" presStyleIdx="4" presStyleCnt="5"/>
      <dgm:spPr>
        <a:solidFill>
          <a:schemeClr val="accent2"/>
        </a:solidFill>
        <a:ln w="6350" cap="flat" cmpd="sng" algn="ctr">
          <a:noFill/>
          <a:prstDash val="solid"/>
          <a:miter lim="800000"/>
        </a:ln>
        <a:effectLst/>
      </dgm:spPr>
    </dgm:pt>
    <dgm:pt modelId="{E4704426-333D-4092-A035-BBC55DB8579D}" type="pres">
      <dgm:prSet presAssocID="{8B9AF88A-E1F7-4D3A-905F-87228D6A8655}" presName="DropPinPlaceHolder" presStyleCnt="0"/>
      <dgm:spPr/>
    </dgm:pt>
    <dgm:pt modelId="{A55439AF-6893-479D-8B57-31FBC13C553F}" type="pres">
      <dgm:prSet presAssocID="{8B9AF88A-E1F7-4D3A-905F-87228D6A8655}" presName="DropPin" presStyleLbl="alignNode1" presStyleIdx="4" presStyleCnt="5"/>
      <dgm:spPr>
        <a:solidFill>
          <a:schemeClr val="accent2"/>
        </a:solidFill>
      </dgm:spPr>
    </dgm:pt>
    <dgm:pt modelId="{A22B1C16-7FF0-4DBE-B32E-E43FEB1E2EAC}" type="pres">
      <dgm:prSet presAssocID="{8B9AF88A-E1F7-4D3A-905F-87228D6A8655}" presName="Ellipse" presStyleLbl="fgAcc1" presStyleIdx="5" presStyleCnt="6"/>
      <dgm:spPr>
        <a:solidFill>
          <a:schemeClr val="accent1">
            <a:alpha val="90000"/>
          </a:schemeClr>
        </a:solidFill>
        <a:ln w="12700" cap="flat" cmpd="sng" algn="ctr">
          <a:noFill/>
          <a:prstDash val="solid"/>
          <a:miter lim="800000"/>
        </a:ln>
        <a:effectLst/>
      </dgm:spPr>
    </dgm:pt>
    <dgm:pt modelId="{1B55AA6D-649D-4145-93EB-08B866A4D4E5}" type="pres">
      <dgm:prSet presAssocID="{8B9AF88A-E1F7-4D3A-905F-87228D6A8655}" presName="L2TextContainer" presStyleLbl="revTx" presStyleIdx="8" presStyleCnt="10">
        <dgm:presLayoutVars>
          <dgm:bulletEnabled val="1"/>
        </dgm:presLayoutVars>
      </dgm:prSet>
      <dgm:spPr/>
    </dgm:pt>
    <dgm:pt modelId="{3FA5D5AE-9CAE-4D19-9765-BCEE62095312}" type="pres">
      <dgm:prSet presAssocID="{8B9AF88A-E1F7-4D3A-905F-87228D6A8655}" presName="L1TextContainer" presStyleLbl="revTx" presStyleIdx="9" presStyleCnt="10" custScaleX="85387">
        <dgm:presLayoutVars>
          <dgm:chMax val="1"/>
          <dgm:chPref val="1"/>
          <dgm:bulletEnabled val="1"/>
        </dgm:presLayoutVars>
      </dgm:prSet>
      <dgm:spPr/>
    </dgm:pt>
    <dgm:pt modelId="{FE6CA7EB-68EC-4E76-9051-08C4CF370101}" type="pres">
      <dgm:prSet presAssocID="{8B9AF88A-E1F7-4D3A-905F-87228D6A8655}" presName="ConnectLine" presStyleLbl="sibTrans1D1" presStyleIdx="4" presStyleCnt="5"/>
      <dgm:spPr>
        <a:noFill/>
        <a:ln w="12700" cap="flat" cmpd="sng" algn="ctr">
          <a:solidFill>
            <a:schemeClr val="accent2"/>
          </a:solidFill>
          <a:prstDash val="dash"/>
          <a:miter lim="800000"/>
        </a:ln>
        <a:effectLst/>
      </dgm:spPr>
    </dgm:pt>
    <dgm:pt modelId="{070CED43-982E-487C-9CC2-CFAEABD4D2D8}" type="pres">
      <dgm:prSet presAssocID="{8B9AF88A-E1F7-4D3A-905F-87228D6A8655}" presName="EmptyPlaceHolder" presStyleCnt="0"/>
      <dgm:spPr/>
    </dgm:pt>
  </dgm:ptLst>
  <dgm:cxnLst>
    <dgm:cxn modelId="{1E92940A-250B-4494-B40F-3DA807C7CB42}" type="presOf" srcId="{DF1ABFB3-B399-406F-91BD-DCDF9A38526B}" destId="{1B55AA6D-649D-4145-93EB-08B866A4D4E5}" srcOrd="0" destOrd="0" presId="urn:microsoft.com/office/officeart/2017/3/layout/DropPinTimeline"/>
    <dgm:cxn modelId="{C3A1C60D-63BB-4E34-AD47-96AABDB6084E}" type="presOf" srcId="{D05E1923-5021-40F7-B4EF-E582E23A699D}" destId="{223C5207-4FA2-4A6C-8F43-20BD55767C99}" srcOrd="0" destOrd="0" presId="urn:microsoft.com/office/officeart/2017/3/layout/DropPinTimeline"/>
    <dgm:cxn modelId="{5F3B0F1C-AD09-448C-A081-46D11DC987C6}" type="presOf" srcId="{8B9AF88A-E1F7-4D3A-905F-87228D6A8655}" destId="{3FA5D5AE-9CAE-4D19-9765-BCEE62095312}" srcOrd="0" destOrd="0" presId="urn:microsoft.com/office/officeart/2017/3/layout/DropPinTimeline"/>
    <dgm:cxn modelId="{E0E45028-839A-4135-AA56-517D3BAA0708}" type="presOf" srcId="{8BAB5E6F-A65E-41DB-A296-0818B0E49F7C}" destId="{7C1E6B4A-59F7-4018-A403-E1CCAEE78BA1}" srcOrd="0" destOrd="0" presId="urn:microsoft.com/office/officeart/2017/3/layout/DropPinTimeline"/>
    <dgm:cxn modelId="{1B32EF2C-9DB5-4504-A9DA-B4956CC00208}" srcId="{FA8F44BD-C8C7-462C-9756-1EC498E86842}" destId="{EFEB4D61-3A9C-4140-977F-3C3F5C9EE9D1}" srcOrd="0" destOrd="0" parTransId="{57D352E4-0431-4F68-B8F1-61BFA34799AA}" sibTransId="{0ECC32B6-1E7C-4AA4-9DBF-D69B7C5E64A9}"/>
    <dgm:cxn modelId="{0D51BD2E-4619-469B-B233-EBAC3D4D0BA6}" srcId="{05A24E01-5535-46B9-A9A1-A9A07E639A88}" destId="{FA8F44BD-C8C7-462C-9756-1EC498E86842}" srcOrd="2" destOrd="0" parTransId="{F47063EE-4B58-4EDE-A4F2-A4BD81B82F21}" sibTransId="{8C8A9736-03DA-4B1C-A590-10B4AD89452B}"/>
    <dgm:cxn modelId="{C5645B39-CB65-4A0A-B369-E455C3B827C3}" srcId="{05A24E01-5535-46B9-A9A1-A9A07E639A88}" destId="{58FF46FB-368D-4E9C-A650-0513B8879DA8}" srcOrd="0" destOrd="0" parTransId="{11DFA284-5E99-474D-BF05-364A45269DC7}" sibTransId="{CFA40740-0682-470C-AD5A-CFF53CD12BD2}"/>
    <dgm:cxn modelId="{7DDF5444-F976-4F04-88A9-CF8B15238792}" type="presOf" srcId="{58FF46FB-368D-4E9C-A650-0513B8879DA8}" destId="{8E3FB235-DF38-476B-9A0E-B1E583D50944}" srcOrd="0" destOrd="0" presId="urn:microsoft.com/office/officeart/2017/3/layout/DropPinTimeline"/>
    <dgm:cxn modelId="{1690634A-EBA7-4881-9E5F-0C82421D4CDF}" type="presOf" srcId="{FA8F44BD-C8C7-462C-9756-1EC498E86842}" destId="{2D6C7916-1130-46A8-833B-A6278CBD2192}" srcOrd="0" destOrd="0" presId="urn:microsoft.com/office/officeart/2017/3/layout/DropPinTimeline"/>
    <dgm:cxn modelId="{B659504B-18E4-4D89-A17C-34ABB280AE52}" srcId="{58FF46FB-368D-4E9C-A650-0513B8879DA8}" destId="{9A875394-CA1E-4432-AEEB-9054FCFF5E0E}" srcOrd="0" destOrd="0" parTransId="{FCC92BDD-6EA3-421D-9DA8-7D3A12D003B6}" sibTransId="{0314452B-82A0-42F4-9551-DF00CFFC3580}"/>
    <dgm:cxn modelId="{66B49C6C-FAFD-47B4-BF22-05A295C23D4E}" srcId="{05A24E01-5535-46B9-A9A1-A9A07E639A88}" destId="{8BAB5E6F-A65E-41DB-A296-0818B0E49F7C}" srcOrd="3" destOrd="0" parTransId="{886842C6-3EFC-4BE7-B417-415595758830}" sibTransId="{B407F4C3-8FC9-4E91-A0EC-6B33713CC9A5}"/>
    <dgm:cxn modelId="{15319551-A9EA-462E-845B-E5251E84291F}" srcId="{8B9AF88A-E1F7-4D3A-905F-87228D6A8655}" destId="{DF1ABFB3-B399-406F-91BD-DCDF9A38526B}" srcOrd="0" destOrd="0" parTransId="{78CB0E27-958C-4066-A189-8B36505E8204}" sibTransId="{70E4A1D3-514E-4327-991D-5CC9C6B41885}"/>
    <dgm:cxn modelId="{4876CF51-F110-4E25-8FD4-08D25B4B0AB8}" srcId="{D05E1923-5021-40F7-B4EF-E582E23A699D}" destId="{579089A8-5362-4BA4-9163-D19228C1808F}" srcOrd="0" destOrd="0" parTransId="{FB2DEB6E-B29F-4E51-960A-23ECC62EBF38}" sibTransId="{1C5328B1-AC18-4CF7-A034-BB0592F4A2A1}"/>
    <dgm:cxn modelId="{2617C475-F537-46A6-ADE1-4EB764853601}" srcId="{8BAB5E6F-A65E-41DB-A296-0818B0E49F7C}" destId="{332BC85C-1CF3-4F8F-ACB7-5B6D53744AE1}" srcOrd="0" destOrd="0" parTransId="{99F218FD-90FE-450E-A368-B3E3677E74E8}" sibTransId="{8D1CC686-B05C-4470-A959-236CC9C8BB70}"/>
    <dgm:cxn modelId="{B9F0B583-D02F-4EF4-83A8-DFD7B32B9433}" type="presOf" srcId="{9A875394-CA1E-4432-AEEB-9054FCFF5E0E}" destId="{D2143A46-815A-49BF-9455-C0385022444F}" srcOrd="0" destOrd="0" presId="urn:microsoft.com/office/officeart/2017/3/layout/DropPinTimeline"/>
    <dgm:cxn modelId="{DF6168D4-4FC3-42E4-8DAA-85BA8A678933}" type="presOf" srcId="{332BC85C-1CF3-4F8F-ACB7-5B6D53744AE1}" destId="{08CB2D5A-F46A-4E0E-9575-15F31D04AAC6}" srcOrd="0" destOrd="0" presId="urn:microsoft.com/office/officeart/2017/3/layout/DropPinTimeline"/>
    <dgm:cxn modelId="{72C4D6D9-419A-42C1-A76D-84599F65BB08}" srcId="{05A24E01-5535-46B9-A9A1-A9A07E639A88}" destId="{D05E1923-5021-40F7-B4EF-E582E23A699D}" srcOrd="1" destOrd="0" parTransId="{FD6C5CD2-9CED-4BE6-89CD-A5A5CCE63B3E}" sibTransId="{F020958C-EF86-4274-85F9-318F2792F7B6}"/>
    <dgm:cxn modelId="{C6A73EDB-89B0-4756-9ECD-83E9B8AB77E5}" type="presOf" srcId="{EFEB4D61-3A9C-4140-977F-3C3F5C9EE9D1}" destId="{96DDA0FE-83E2-423C-9F13-58A61EB68487}" srcOrd="0" destOrd="0" presId="urn:microsoft.com/office/officeart/2017/3/layout/DropPinTimeline"/>
    <dgm:cxn modelId="{FE7849EA-5B37-43C8-B217-CD4E30A8E545}" type="presOf" srcId="{05A24E01-5535-46B9-A9A1-A9A07E639A88}" destId="{6E9F3C9B-13CA-43A8-8836-0B2B41D07DEF}" srcOrd="0" destOrd="0" presId="urn:microsoft.com/office/officeart/2017/3/layout/DropPinTimeline"/>
    <dgm:cxn modelId="{E1474FF3-8E3C-4B30-985C-CE88BA0FE324}" srcId="{05A24E01-5535-46B9-A9A1-A9A07E639A88}" destId="{8B9AF88A-E1F7-4D3A-905F-87228D6A8655}" srcOrd="4" destOrd="0" parTransId="{933A8FED-7B84-4ED0-B6AA-2EE26A89B8EA}" sibTransId="{F11DD6EC-352C-4A0E-84AA-FEBE2F06BCF9}"/>
    <dgm:cxn modelId="{DC6269F4-0C31-4613-A809-E8E029CAD0D1}" type="presOf" srcId="{579089A8-5362-4BA4-9163-D19228C1808F}" destId="{B5F3F650-2E42-488A-AD4F-C4BD47D19A84}" srcOrd="0" destOrd="0" presId="urn:microsoft.com/office/officeart/2017/3/layout/DropPinTimeline"/>
    <dgm:cxn modelId="{2FED2A5E-98EB-4859-AB3F-062F22EEC890}" type="presParOf" srcId="{6E9F3C9B-13CA-43A8-8836-0B2B41D07DEF}" destId="{E8AACCBB-6709-4071-B389-3BB226B3A586}" srcOrd="0" destOrd="0" presId="urn:microsoft.com/office/officeart/2017/3/layout/DropPinTimeline"/>
    <dgm:cxn modelId="{6DE443D7-8EE2-4FBC-842D-B6B9C44204D0}" type="presParOf" srcId="{6E9F3C9B-13CA-43A8-8836-0B2B41D07DEF}" destId="{E6F74CED-5217-4282-85F1-1C12DC84731C}" srcOrd="1" destOrd="0" presId="urn:microsoft.com/office/officeart/2017/3/layout/DropPinTimeline"/>
    <dgm:cxn modelId="{C773189E-DF31-4C58-A290-F5DFD7DCF8B1}" type="presParOf" srcId="{E6F74CED-5217-4282-85F1-1C12DC84731C}" destId="{AC377099-4DAE-451C-ADE9-98036E2679B5}" srcOrd="0" destOrd="0" presId="urn:microsoft.com/office/officeart/2017/3/layout/DropPinTimeline"/>
    <dgm:cxn modelId="{04D71AD3-A9B8-46E1-AB82-BB594FCE110E}" type="presParOf" srcId="{AC377099-4DAE-451C-ADE9-98036E2679B5}" destId="{B6C94ECD-6415-4250-B4AD-F67BF5BECFB8}" srcOrd="0" destOrd="0" presId="urn:microsoft.com/office/officeart/2017/3/layout/DropPinTimeline"/>
    <dgm:cxn modelId="{4D9D677D-9448-43AF-978B-5C7E7661F4F9}" type="presParOf" srcId="{AC377099-4DAE-451C-ADE9-98036E2679B5}" destId="{0E99BB09-1B86-4308-A570-3981E6DD3A06}" srcOrd="1" destOrd="0" presId="urn:microsoft.com/office/officeart/2017/3/layout/DropPinTimeline"/>
    <dgm:cxn modelId="{C213A57E-D4AE-4C05-AA12-FE8CC1989639}" type="presParOf" srcId="{0E99BB09-1B86-4308-A570-3981E6DD3A06}" destId="{0ED6E8D6-BD44-4400-BC14-1BC75CB979A3}" srcOrd="0" destOrd="0" presId="urn:microsoft.com/office/officeart/2017/3/layout/DropPinTimeline"/>
    <dgm:cxn modelId="{927F0821-BB24-4368-A4D4-046EB89F39DD}" type="presParOf" srcId="{0E99BB09-1B86-4308-A570-3981E6DD3A06}" destId="{5B7FC7CF-F58D-48D5-8BCC-38D6EE87890B}" srcOrd="1" destOrd="0" presId="urn:microsoft.com/office/officeart/2017/3/layout/DropPinTimeline"/>
    <dgm:cxn modelId="{F517DE46-1EA2-46F3-8833-EE234EEF5B09}" type="presParOf" srcId="{AC377099-4DAE-451C-ADE9-98036E2679B5}" destId="{D2143A46-815A-49BF-9455-C0385022444F}" srcOrd="2" destOrd="0" presId="urn:microsoft.com/office/officeart/2017/3/layout/DropPinTimeline"/>
    <dgm:cxn modelId="{75F0F73C-AD49-4A34-842E-A65EF46645BA}" type="presParOf" srcId="{AC377099-4DAE-451C-ADE9-98036E2679B5}" destId="{8E3FB235-DF38-476B-9A0E-B1E583D50944}" srcOrd="3" destOrd="0" presId="urn:microsoft.com/office/officeart/2017/3/layout/DropPinTimeline"/>
    <dgm:cxn modelId="{071A2262-20BC-4D30-AB90-12B0A0FEB6EF}" type="presParOf" srcId="{AC377099-4DAE-451C-ADE9-98036E2679B5}" destId="{9AA05CE5-209F-4AD9-BE2C-2A69F76DA8F4}" srcOrd="4" destOrd="0" presId="urn:microsoft.com/office/officeart/2017/3/layout/DropPinTimeline"/>
    <dgm:cxn modelId="{0D0471BD-C944-46DB-9B0D-12B6F025E4F4}" type="presParOf" srcId="{AC377099-4DAE-451C-ADE9-98036E2679B5}" destId="{17350C28-DA10-4F3B-9FA2-0FE7C12A4ABE}" srcOrd="5" destOrd="0" presId="urn:microsoft.com/office/officeart/2017/3/layout/DropPinTimeline"/>
    <dgm:cxn modelId="{37FF9AEE-1EE5-440D-B822-B54671B03AAC}" type="presParOf" srcId="{E6F74CED-5217-4282-85F1-1C12DC84731C}" destId="{6DA7B85E-9DC6-4F3B-A2BF-09CDEEDB43BC}" srcOrd="1" destOrd="0" presId="urn:microsoft.com/office/officeart/2017/3/layout/DropPinTimeline"/>
    <dgm:cxn modelId="{3FF77B45-DC34-4E18-8B7E-49C274966E23}" type="presParOf" srcId="{E6F74CED-5217-4282-85F1-1C12DC84731C}" destId="{CF519A69-9940-494F-8406-D0D876E3CD26}" srcOrd="2" destOrd="0" presId="urn:microsoft.com/office/officeart/2017/3/layout/DropPinTimeline"/>
    <dgm:cxn modelId="{4E60349A-D4EB-4BFE-9374-0F079D59B1FC}" type="presParOf" srcId="{CF519A69-9940-494F-8406-D0D876E3CD26}" destId="{714429FF-AAA3-4358-8C5F-1A7F29AA2B7B}" srcOrd="0" destOrd="0" presId="urn:microsoft.com/office/officeart/2017/3/layout/DropPinTimeline"/>
    <dgm:cxn modelId="{0B07CD93-B91C-4CAF-B94C-3237B0C6F601}" type="presParOf" srcId="{CF519A69-9940-494F-8406-D0D876E3CD26}" destId="{AB8B1E8E-162B-4E3E-9E31-BA5CFBD3ED9D}" srcOrd="1" destOrd="0" presId="urn:microsoft.com/office/officeart/2017/3/layout/DropPinTimeline"/>
    <dgm:cxn modelId="{BB97917A-2BFB-4D8A-94BD-816B0C62D6F6}" type="presParOf" srcId="{AB8B1E8E-162B-4E3E-9E31-BA5CFBD3ED9D}" destId="{358CAA11-0A87-4861-8B4E-913B1EAD1334}" srcOrd="0" destOrd="0" presId="urn:microsoft.com/office/officeart/2017/3/layout/DropPinTimeline"/>
    <dgm:cxn modelId="{FDC4D318-B3AD-4E39-8663-3AFB57531D79}" type="presParOf" srcId="{AB8B1E8E-162B-4E3E-9E31-BA5CFBD3ED9D}" destId="{B1A1A837-F261-404B-A808-B2F4154CE8A2}" srcOrd="1" destOrd="0" presId="urn:microsoft.com/office/officeart/2017/3/layout/DropPinTimeline"/>
    <dgm:cxn modelId="{7F53703E-9DF0-45E5-AC76-7E0CCD3B06EA}" type="presParOf" srcId="{CF519A69-9940-494F-8406-D0D876E3CD26}" destId="{B5F3F650-2E42-488A-AD4F-C4BD47D19A84}" srcOrd="2" destOrd="0" presId="urn:microsoft.com/office/officeart/2017/3/layout/DropPinTimeline"/>
    <dgm:cxn modelId="{B59937ED-9C59-4BBD-AA3C-5D9159504926}" type="presParOf" srcId="{CF519A69-9940-494F-8406-D0D876E3CD26}" destId="{223C5207-4FA2-4A6C-8F43-20BD55767C99}" srcOrd="3" destOrd="0" presId="urn:microsoft.com/office/officeart/2017/3/layout/DropPinTimeline"/>
    <dgm:cxn modelId="{470C2FBB-9D40-4F2C-8107-12E2CA0E70BE}" type="presParOf" srcId="{CF519A69-9940-494F-8406-D0D876E3CD26}" destId="{4FE5EB5D-4CEF-4D0D-9394-0534E61844BE}" srcOrd="4" destOrd="0" presId="urn:microsoft.com/office/officeart/2017/3/layout/DropPinTimeline"/>
    <dgm:cxn modelId="{C1237DFD-87FD-434B-A5C8-02108EF43081}" type="presParOf" srcId="{CF519A69-9940-494F-8406-D0D876E3CD26}" destId="{EC869059-0AEC-4D98-8C46-CB603A342C72}" srcOrd="5" destOrd="0" presId="urn:microsoft.com/office/officeart/2017/3/layout/DropPinTimeline"/>
    <dgm:cxn modelId="{7A1441D0-A5AA-4E6C-9388-511DA29929BF}" type="presParOf" srcId="{E6F74CED-5217-4282-85F1-1C12DC84731C}" destId="{408BA715-9739-461D-BFDE-88EDAE355E60}" srcOrd="3" destOrd="0" presId="urn:microsoft.com/office/officeart/2017/3/layout/DropPinTimeline"/>
    <dgm:cxn modelId="{087F2A81-CFD9-4BF8-96FC-2D4ABA32462F}" type="presParOf" srcId="{E6F74CED-5217-4282-85F1-1C12DC84731C}" destId="{D512C7F9-87A6-4BA9-AFAC-03FF1578D945}" srcOrd="4" destOrd="0" presId="urn:microsoft.com/office/officeart/2017/3/layout/DropPinTimeline"/>
    <dgm:cxn modelId="{8C6217DA-A763-4946-99A2-03C618C428AF}" type="presParOf" srcId="{D512C7F9-87A6-4BA9-AFAC-03FF1578D945}" destId="{152AD014-AFD0-4700-A468-4D562874339A}" srcOrd="0" destOrd="0" presId="urn:microsoft.com/office/officeart/2017/3/layout/DropPinTimeline"/>
    <dgm:cxn modelId="{A6A34287-F5FF-46EE-9A88-F2ECF73903CE}" type="presParOf" srcId="{D512C7F9-87A6-4BA9-AFAC-03FF1578D945}" destId="{6CE2C4D8-4380-442D-A6C2-0B468BF3C74C}" srcOrd="1" destOrd="0" presId="urn:microsoft.com/office/officeart/2017/3/layout/DropPinTimeline"/>
    <dgm:cxn modelId="{D28BF9CF-F026-4786-A1AC-F4F785C54591}" type="presParOf" srcId="{6CE2C4D8-4380-442D-A6C2-0B468BF3C74C}" destId="{72C82E90-F103-439C-8371-CFFB0927B9DE}" srcOrd="0" destOrd="0" presId="urn:microsoft.com/office/officeart/2017/3/layout/DropPinTimeline"/>
    <dgm:cxn modelId="{E33A6BB5-6D3A-4D44-AEFC-75BAB101C26D}" type="presParOf" srcId="{6CE2C4D8-4380-442D-A6C2-0B468BF3C74C}" destId="{5D519322-C1DD-47AE-92C0-13575134BC76}" srcOrd="1" destOrd="0" presId="urn:microsoft.com/office/officeart/2017/3/layout/DropPinTimeline"/>
    <dgm:cxn modelId="{0BFD1614-5731-4306-81F7-E2C949C32A93}" type="presParOf" srcId="{D512C7F9-87A6-4BA9-AFAC-03FF1578D945}" destId="{96DDA0FE-83E2-423C-9F13-58A61EB68487}" srcOrd="2" destOrd="0" presId="urn:microsoft.com/office/officeart/2017/3/layout/DropPinTimeline"/>
    <dgm:cxn modelId="{06EDED26-E685-42BC-BFC2-75C7EA695E40}" type="presParOf" srcId="{D512C7F9-87A6-4BA9-AFAC-03FF1578D945}" destId="{2D6C7916-1130-46A8-833B-A6278CBD2192}" srcOrd="3" destOrd="0" presId="urn:microsoft.com/office/officeart/2017/3/layout/DropPinTimeline"/>
    <dgm:cxn modelId="{A20C8A5A-2D9A-4EF7-BC83-D5EE4B16698D}" type="presParOf" srcId="{D512C7F9-87A6-4BA9-AFAC-03FF1578D945}" destId="{4D953791-5C2F-4A75-A8F4-6ED7EAB5E015}" srcOrd="4" destOrd="0" presId="urn:microsoft.com/office/officeart/2017/3/layout/DropPinTimeline"/>
    <dgm:cxn modelId="{6780D10C-523A-4885-B5BF-84F303790098}" type="presParOf" srcId="{D512C7F9-87A6-4BA9-AFAC-03FF1578D945}" destId="{22A72E40-4DCC-4F48-AADD-29738FD37A2C}" srcOrd="5" destOrd="0" presId="urn:microsoft.com/office/officeart/2017/3/layout/DropPinTimeline"/>
    <dgm:cxn modelId="{30EAF1CE-B96B-4CA5-BF13-51DD8040A559}" type="presParOf" srcId="{E6F74CED-5217-4282-85F1-1C12DC84731C}" destId="{E168BB9F-20D9-474F-9E39-4872B40634C6}" srcOrd="5" destOrd="0" presId="urn:microsoft.com/office/officeart/2017/3/layout/DropPinTimeline"/>
    <dgm:cxn modelId="{39415FEC-72C6-4C74-A821-E354E744CD96}" type="presParOf" srcId="{E6F74CED-5217-4282-85F1-1C12DC84731C}" destId="{A62622B1-7EF4-49B6-9AC7-B54F0E2A0C74}" srcOrd="6" destOrd="0" presId="urn:microsoft.com/office/officeart/2017/3/layout/DropPinTimeline"/>
    <dgm:cxn modelId="{D67F013A-C0A0-41F6-B6F2-E904B1BB7A8F}" type="presParOf" srcId="{A62622B1-7EF4-49B6-9AC7-B54F0E2A0C74}" destId="{14282312-87CB-41BB-A02D-C594BBEF33C7}" srcOrd="0" destOrd="0" presId="urn:microsoft.com/office/officeart/2017/3/layout/DropPinTimeline"/>
    <dgm:cxn modelId="{AA55F469-83D2-4E02-B111-0206AAFCAA06}" type="presParOf" srcId="{A62622B1-7EF4-49B6-9AC7-B54F0E2A0C74}" destId="{D554C1A5-AF8E-41FC-A779-25BD6B11F91F}" srcOrd="1" destOrd="0" presId="urn:microsoft.com/office/officeart/2017/3/layout/DropPinTimeline"/>
    <dgm:cxn modelId="{033C6509-70C8-4B85-9F92-724CDBB68078}" type="presParOf" srcId="{D554C1A5-AF8E-41FC-A779-25BD6B11F91F}" destId="{17331DD9-74CF-4A3A-86BA-F4B9DBEAB944}" srcOrd="0" destOrd="0" presId="urn:microsoft.com/office/officeart/2017/3/layout/DropPinTimeline"/>
    <dgm:cxn modelId="{C7CCDF66-BA72-4EDC-AE16-CAA6317954F0}" type="presParOf" srcId="{D554C1A5-AF8E-41FC-A779-25BD6B11F91F}" destId="{515AAB83-BD07-4B9E-9A3B-858C0B126F9C}" srcOrd="1" destOrd="0" presId="urn:microsoft.com/office/officeart/2017/3/layout/DropPinTimeline"/>
    <dgm:cxn modelId="{E8437A29-F853-4553-AB29-152AF603DF52}" type="presParOf" srcId="{A62622B1-7EF4-49B6-9AC7-B54F0E2A0C74}" destId="{08CB2D5A-F46A-4E0E-9575-15F31D04AAC6}" srcOrd="2" destOrd="0" presId="urn:microsoft.com/office/officeart/2017/3/layout/DropPinTimeline"/>
    <dgm:cxn modelId="{1F3D9CE2-342F-4335-BD41-5AA59D2BD7BD}" type="presParOf" srcId="{A62622B1-7EF4-49B6-9AC7-B54F0E2A0C74}" destId="{7C1E6B4A-59F7-4018-A403-E1CCAEE78BA1}" srcOrd="3" destOrd="0" presId="urn:microsoft.com/office/officeart/2017/3/layout/DropPinTimeline"/>
    <dgm:cxn modelId="{FFF1ACE9-B2B3-4E83-877B-F9633E8EE135}" type="presParOf" srcId="{A62622B1-7EF4-49B6-9AC7-B54F0E2A0C74}" destId="{A03C5372-D306-43AC-B406-6F8183849431}" srcOrd="4" destOrd="0" presId="urn:microsoft.com/office/officeart/2017/3/layout/DropPinTimeline"/>
    <dgm:cxn modelId="{D8A09163-94A5-46BD-9FA2-C3372A01AA32}" type="presParOf" srcId="{A62622B1-7EF4-49B6-9AC7-B54F0E2A0C74}" destId="{90926F0B-05E0-48AF-9C69-5C494731F877}" srcOrd="5" destOrd="0" presId="urn:microsoft.com/office/officeart/2017/3/layout/DropPinTimeline"/>
    <dgm:cxn modelId="{80084466-50AF-445A-BE2A-0C51919B9169}" type="presParOf" srcId="{E6F74CED-5217-4282-85F1-1C12DC84731C}" destId="{9EA695E3-93D5-405B-8AF6-0B8537A964FD}" srcOrd="7" destOrd="0" presId="urn:microsoft.com/office/officeart/2017/3/layout/DropPinTimeline"/>
    <dgm:cxn modelId="{007CF318-F68B-4FFC-ADA6-3D9D6A3AA152}" type="presParOf" srcId="{E6F74CED-5217-4282-85F1-1C12DC84731C}" destId="{05956D37-804F-419D-9E8C-30D41D06DC3E}" srcOrd="8" destOrd="0" presId="urn:microsoft.com/office/officeart/2017/3/layout/DropPinTimeline"/>
    <dgm:cxn modelId="{FAB9E562-4579-4BDB-8C1D-AABEAFCB2610}" type="presParOf" srcId="{05956D37-804F-419D-9E8C-30D41D06DC3E}" destId="{58B7B786-A0AD-4662-8D54-C5C572D2C32C}" srcOrd="0" destOrd="0" presId="urn:microsoft.com/office/officeart/2017/3/layout/DropPinTimeline"/>
    <dgm:cxn modelId="{8283382D-2F6E-4717-B025-1A8C73B65ADB}" type="presParOf" srcId="{05956D37-804F-419D-9E8C-30D41D06DC3E}" destId="{E4704426-333D-4092-A035-BBC55DB8579D}" srcOrd="1" destOrd="0" presId="urn:microsoft.com/office/officeart/2017/3/layout/DropPinTimeline"/>
    <dgm:cxn modelId="{85723DC0-955B-4B2A-AF28-CF8BFFC2E264}" type="presParOf" srcId="{E4704426-333D-4092-A035-BBC55DB8579D}" destId="{A55439AF-6893-479D-8B57-31FBC13C553F}" srcOrd="0" destOrd="0" presId="urn:microsoft.com/office/officeart/2017/3/layout/DropPinTimeline"/>
    <dgm:cxn modelId="{91888A85-75D0-4D33-9F39-A49766251D61}" type="presParOf" srcId="{E4704426-333D-4092-A035-BBC55DB8579D}" destId="{A22B1C16-7FF0-4DBE-B32E-E43FEB1E2EAC}" srcOrd="1" destOrd="0" presId="urn:microsoft.com/office/officeart/2017/3/layout/DropPinTimeline"/>
    <dgm:cxn modelId="{CD06CDC2-25F5-44FB-B0B1-C39F32E155BE}" type="presParOf" srcId="{05956D37-804F-419D-9E8C-30D41D06DC3E}" destId="{1B55AA6D-649D-4145-93EB-08B866A4D4E5}" srcOrd="2" destOrd="0" presId="urn:microsoft.com/office/officeart/2017/3/layout/DropPinTimeline"/>
    <dgm:cxn modelId="{0B21D911-BF72-41CD-BB03-4F9717477846}" type="presParOf" srcId="{05956D37-804F-419D-9E8C-30D41D06DC3E}" destId="{3FA5D5AE-9CAE-4D19-9765-BCEE62095312}" srcOrd="3" destOrd="0" presId="urn:microsoft.com/office/officeart/2017/3/layout/DropPinTimeline"/>
    <dgm:cxn modelId="{80BFAECA-ADC5-41A5-BA11-A4CC8D9557A9}" type="presParOf" srcId="{05956D37-804F-419D-9E8C-30D41D06DC3E}" destId="{FE6CA7EB-68EC-4E76-9051-08C4CF370101}" srcOrd="4" destOrd="0" presId="urn:microsoft.com/office/officeart/2017/3/layout/DropPinTimeline"/>
    <dgm:cxn modelId="{98E4E629-85DB-45DC-A90A-9FAAB58EFF55}" type="presParOf" srcId="{05956D37-804F-419D-9E8C-30D41D06DC3E}" destId="{070CED43-982E-487C-9CC2-CFAEABD4D2D8}" srcOrd="5" destOrd="0" presId="urn:microsoft.com/office/officeart/2017/3/layout/DropPin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B275D-8553-0846-A316-484B7B291C97}">
      <dsp:nvSpPr>
        <dsp:cNvPr id="0" name=""/>
        <dsp:cNvSpPr/>
      </dsp:nvSpPr>
      <dsp:spPr>
        <a:xfrm>
          <a:off x="7782593" y="0"/>
          <a:ext cx="1892456" cy="3940870"/>
        </a:xfrm>
        <a:prstGeom prst="rect">
          <a:avLst/>
        </a:prstGeom>
        <a:solidFill>
          <a:schemeClr val="accent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rtlCol="1" anchor="t" anchorCtr="1">
          <a:noAutofit/>
        </a:bodyPr>
        <a:lstStyle/>
        <a:p>
          <a:pPr marL="0" lvl="0" indent="0" algn="ctr" defTabSz="889000" rtl="1">
            <a:lnSpc>
              <a:spcPct val="90000"/>
            </a:lnSpc>
            <a:spcBef>
              <a:spcPct val="0"/>
            </a:spcBef>
            <a:spcAft>
              <a:spcPct val="35000"/>
            </a:spcAft>
            <a:buNone/>
          </a:pPr>
          <a:r>
            <a:rPr lang="he-IL" sz="2000" kern="1200" noProof="0" dirty="0">
              <a:latin typeface="Tahoma" panose="020B0604030504040204" pitchFamily="34" charset="0"/>
              <a:ea typeface="Tahoma" panose="020B0604030504040204" pitchFamily="34" charset="0"/>
              <a:cs typeface="Tahoma" panose="020B0604030504040204" pitchFamily="34" charset="0"/>
            </a:rPr>
            <a:t>תכנון</a:t>
          </a:r>
        </a:p>
        <a:p>
          <a:pPr marL="0" lvl="1" indent="-114300" algn="ctr" defTabSz="622300" rtl="1">
            <a:lnSpc>
              <a:spcPct val="90000"/>
            </a:lnSpc>
            <a:spcBef>
              <a:spcPct val="0"/>
            </a:spcBef>
            <a:spcAft>
              <a:spcPct val="15000"/>
            </a:spcAft>
            <a:buNone/>
          </a:pPr>
          <a:r>
            <a:rPr lang="he-IL" sz="1400" kern="1200" noProof="0" dirty="0">
              <a:latin typeface="Tahoma" panose="020B0604030504040204" pitchFamily="34" charset="0"/>
              <a:ea typeface="Tahoma" panose="020B0604030504040204" pitchFamily="34" charset="0"/>
              <a:cs typeface="Tahoma" panose="020B0604030504040204" pitchFamily="34" charset="0"/>
            </a:rPr>
            <a:t>צור שיתוף פעולה אפקטיבי מדרגי </a:t>
          </a:r>
          <a:br>
            <a:rPr lang="he-IL" sz="1400" kern="1200" noProof="0" dirty="0">
              <a:latin typeface="Tahoma" panose="020B0604030504040204" pitchFamily="34" charset="0"/>
              <a:ea typeface="Tahoma" panose="020B0604030504040204" pitchFamily="34" charset="0"/>
              <a:cs typeface="Tahoma" panose="020B0604030504040204" pitchFamily="34" charset="0"/>
            </a:rPr>
          </a:br>
          <a:r>
            <a:rPr lang="he-IL" sz="1400" kern="1200" noProof="0" dirty="0">
              <a:latin typeface="Tahoma" panose="020B0604030504040204" pitchFamily="34" charset="0"/>
              <a:ea typeface="Tahoma" panose="020B0604030504040204" pitchFamily="34" charset="0"/>
              <a:cs typeface="Tahoma" panose="020B0604030504040204" pitchFamily="34" charset="0"/>
            </a:rPr>
            <a:t>מסחר אלקטרוני</a:t>
          </a:r>
        </a:p>
      </dsp:txBody>
      <dsp:txXfrm>
        <a:off x="7782593" y="1576348"/>
        <a:ext cx="1892456" cy="1576348"/>
      </dsp:txXfrm>
    </dsp:sp>
    <dsp:sp modelId="{A126BA88-D0F9-AF4A-A7BA-0638E32B45F8}">
      <dsp:nvSpPr>
        <dsp:cNvPr id="0" name=""/>
        <dsp:cNvSpPr/>
      </dsp:nvSpPr>
      <dsp:spPr>
        <a:xfrm>
          <a:off x="8329073" y="478533"/>
          <a:ext cx="828146" cy="828146"/>
        </a:xfrm>
        <a:prstGeom prst="ellipse">
          <a:avLst/>
        </a:prstGeom>
        <a:solidFill>
          <a:schemeClr val="accent1">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4DFF6703-D32F-9E47-96B8-A304C47CCB78}">
      <dsp:nvSpPr>
        <dsp:cNvPr id="0" name=""/>
        <dsp:cNvSpPr/>
      </dsp:nvSpPr>
      <dsp:spPr>
        <a:xfrm>
          <a:off x="5845247" y="0"/>
          <a:ext cx="1892456" cy="3940870"/>
        </a:xfrm>
        <a:prstGeom prst="rect">
          <a:avLst/>
        </a:prstGeom>
        <a:solidFill>
          <a:schemeClr val="accent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rtlCol="1" anchor="t" anchorCtr="1">
          <a:noAutofit/>
        </a:bodyPr>
        <a:lstStyle/>
        <a:p>
          <a:pPr marL="0" lvl="0" indent="0" algn="ctr" defTabSz="889000" rtl="1">
            <a:lnSpc>
              <a:spcPct val="90000"/>
            </a:lnSpc>
            <a:spcBef>
              <a:spcPct val="0"/>
            </a:spcBef>
            <a:spcAft>
              <a:spcPct val="35000"/>
            </a:spcAft>
            <a:buNone/>
          </a:pPr>
          <a:r>
            <a:rPr lang="he-IL" sz="2000" kern="1200" noProof="0" dirty="0">
              <a:latin typeface="Tahoma" panose="020B0604030504040204" pitchFamily="34" charset="0"/>
              <a:ea typeface="Tahoma" panose="020B0604030504040204" pitchFamily="34" charset="0"/>
              <a:cs typeface="Tahoma" panose="020B0604030504040204" pitchFamily="34" charset="0"/>
            </a:rPr>
            <a:t>שיווק</a:t>
          </a:r>
        </a:p>
        <a:p>
          <a:pPr marL="0" lvl="1" indent="-114300" algn="ctr" defTabSz="622300" rtl="1">
            <a:lnSpc>
              <a:spcPct val="90000"/>
            </a:lnSpc>
            <a:spcBef>
              <a:spcPct val="0"/>
            </a:spcBef>
            <a:spcAft>
              <a:spcPct val="15000"/>
            </a:spcAft>
            <a:buNone/>
          </a:pPr>
          <a:r>
            <a:rPr lang="he-IL" sz="1400" kern="1200" noProof="0" dirty="0">
              <a:latin typeface="Tahoma" panose="020B0604030504040204" pitchFamily="34" charset="0"/>
              <a:ea typeface="Tahoma" panose="020B0604030504040204" pitchFamily="34" charset="0"/>
              <a:cs typeface="Tahoma" panose="020B0604030504040204" pitchFamily="34" charset="0"/>
            </a:rPr>
            <a:t>הפץ מדדים מתוקננים</a:t>
          </a:r>
        </a:p>
      </dsp:txBody>
      <dsp:txXfrm>
        <a:off x="5845247" y="1576348"/>
        <a:ext cx="1892456" cy="1576348"/>
      </dsp:txXfrm>
    </dsp:sp>
    <dsp:sp modelId="{EFEB790C-BD5C-F54D-9993-F81422A8AD8E}">
      <dsp:nvSpPr>
        <dsp:cNvPr id="0" name=""/>
        <dsp:cNvSpPr/>
      </dsp:nvSpPr>
      <dsp:spPr>
        <a:xfrm>
          <a:off x="6379844" y="478533"/>
          <a:ext cx="828146" cy="828146"/>
        </a:xfrm>
        <a:prstGeom prst="ellipse">
          <a:avLst/>
        </a:prstGeom>
        <a:solidFill>
          <a:schemeClr val="accent1">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434ABADC-97F5-A547-823D-7594A86D79D3}">
      <dsp:nvSpPr>
        <dsp:cNvPr id="0" name=""/>
        <dsp:cNvSpPr/>
      </dsp:nvSpPr>
      <dsp:spPr>
        <a:xfrm>
          <a:off x="3901903" y="0"/>
          <a:ext cx="1892456" cy="3940870"/>
        </a:xfrm>
        <a:prstGeom prst="rect">
          <a:avLst/>
        </a:prstGeom>
        <a:solidFill>
          <a:schemeClr val="accent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rtlCol="1" anchor="t" anchorCtr="1">
          <a:noAutofit/>
        </a:bodyPr>
        <a:lstStyle/>
        <a:p>
          <a:pPr marL="0" lvl="0" indent="0" algn="ctr" defTabSz="889000" rtl="1">
            <a:lnSpc>
              <a:spcPct val="90000"/>
            </a:lnSpc>
            <a:spcBef>
              <a:spcPct val="0"/>
            </a:spcBef>
            <a:spcAft>
              <a:spcPct val="35000"/>
            </a:spcAft>
            <a:buNone/>
          </a:pPr>
          <a:r>
            <a:rPr lang="he-IL" sz="2000" kern="1200" noProof="0" dirty="0">
              <a:latin typeface="Tahoma" panose="020B0604030504040204" pitchFamily="34" charset="0"/>
              <a:ea typeface="Tahoma" panose="020B0604030504040204" pitchFamily="34" charset="0"/>
              <a:cs typeface="Tahoma" panose="020B0604030504040204" pitchFamily="34" charset="0"/>
            </a:rPr>
            <a:t>עצב</a:t>
          </a:r>
        </a:p>
        <a:p>
          <a:pPr marL="0" lvl="1" indent="-114300" algn="ctr" defTabSz="622300" rtl="1">
            <a:lnSpc>
              <a:spcPct val="90000"/>
            </a:lnSpc>
            <a:spcBef>
              <a:spcPct val="0"/>
            </a:spcBef>
            <a:spcAft>
              <a:spcPct val="15000"/>
            </a:spcAft>
            <a:buNone/>
          </a:pPr>
          <a:r>
            <a:rPr lang="he-IL" sz="1400" kern="1200" noProof="0" dirty="0">
              <a:latin typeface="Tahoma" panose="020B0604030504040204" pitchFamily="34" charset="0"/>
              <a:ea typeface="Tahoma" panose="020B0604030504040204" pitchFamily="34" charset="0"/>
              <a:cs typeface="Tahoma" panose="020B0604030504040204" pitchFamily="34" charset="0"/>
            </a:rPr>
            <a:t>תאם אפליקציות של עסקים אלקטרוניים</a:t>
          </a:r>
        </a:p>
      </dsp:txBody>
      <dsp:txXfrm>
        <a:off x="3901903" y="1576348"/>
        <a:ext cx="1892456" cy="1576348"/>
      </dsp:txXfrm>
    </dsp:sp>
    <dsp:sp modelId="{CC076D56-4BB0-7246-9039-788AB439DAF0}">
      <dsp:nvSpPr>
        <dsp:cNvPr id="0" name=""/>
        <dsp:cNvSpPr/>
      </dsp:nvSpPr>
      <dsp:spPr>
        <a:xfrm>
          <a:off x="4430614" y="478533"/>
          <a:ext cx="828146" cy="828146"/>
        </a:xfrm>
        <a:prstGeom prst="ellipse">
          <a:avLst/>
        </a:prstGeom>
        <a:solidFill>
          <a:schemeClr val="accent1">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028C9BA8-C3B3-F947-915F-EE2FD2FCA9A5}">
      <dsp:nvSpPr>
        <dsp:cNvPr id="0" name=""/>
        <dsp:cNvSpPr/>
      </dsp:nvSpPr>
      <dsp:spPr>
        <a:xfrm>
          <a:off x="1949229" y="0"/>
          <a:ext cx="1892456" cy="3940870"/>
        </a:xfrm>
        <a:prstGeom prst="rect">
          <a:avLst/>
        </a:prstGeom>
        <a:solidFill>
          <a:schemeClr val="accent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rtlCol="1" anchor="t" anchorCtr="1">
          <a:noAutofit/>
        </a:bodyPr>
        <a:lstStyle/>
        <a:p>
          <a:pPr marL="0" lvl="0" indent="0" algn="ctr" defTabSz="889000" rtl="1">
            <a:lnSpc>
              <a:spcPct val="90000"/>
            </a:lnSpc>
            <a:spcBef>
              <a:spcPct val="0"/>
            </a:spcBef>
            <a:spcAft>
              <a:spcPct val="35000"/>
            </a:spcAft>
            <a:buNone/>
          </a:pPr>
          <a:r>
            <a:rPr lang="he-IL" sz="2000" kern="1200" noProof="0" dirty="0">
              <a:latin typeface="Tahoma" panose="020B0604030504040204" pitchFamily="34" charset="0"/>
              <a:ea typeface="Tahoma" panose="020B0604030504040204" pitchFamily="34" charset="0"/>
              <a:cs typeface="Tahoma" panose="020B0604030504040204" pitchFamily="34" charset="0"/>
            </a:rPr>
            <a:t>אסטרטגיה</a:t>
          </a:r>
        </a:p>
        <a:p>
          <a:pPr marL="0" lvl="1" indent="-114300" algn="ctr" defTabSz="622300" rtl="1">
            <a:lnSpc>
              <a:spcPct val="90000"/>
            </a:lnSpc>
            <a:spcBef>
              <a:spcPct val="0"/>
            </a:spcBef>
            <a:spcAft>
              <a:spcPct val="15000"/>
            </a:spcAft>
            <a:buNone/>
          </a:pPr>
          <a:r>
            <a:rPr lang="he-IL" sz="1400" kern="1200" noProof="0" dirty="0">
              <a:latin typeface="Tahoma" panose="020B0604030504040204" pitchFamily="34" charset="0"/>
              <a:ea typeface="Tahoma" panose="020B0604030504040204" pitchFamily="34" charset="0"/>
              <a:cs typeface="Tahoma" panose="020B0604030504040204" pitchFamily="34" charset="0"/>
            </a:rPr>
            <a:t>אמץ שיטות מעולות באופן כוללני</a:t>
          </a:r>
        </a:p>
      </dsp:txBody>
      <dsp:txXfrm>
        <a:off x="1949229" y="1576348"/>
        <a:ext cx="1892456" cy="1576348"/>
      </dsp:txXfrm>
    </dsp:sp>
    <dsp:sp modelId="{FDF2BC93-305C-D94B-A6C2-ED9CE7F40C2F}">
      <dsp:nvSpPr>
        <dsp:cNvPr id="0" name=""/>
        <dsp:cNvSpPr/>
      </dsp:nvSpPr>
      <dsp:spPr>
        <a:xfrm>
          <a:off x="2481384" y="478533"/>
          <a:ext cx="828146" cy="828146"/>
        </a:xfrm>
        <a:prstGeom prst="ellipse">
          <a:avLst/>
        </a:prstGeom>
        <a:solidFill>
          <a:schemeClr val="accent1">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73C20AF0-FA1E-3C4A-AD07-551A27BE2B92}">
      <dsp:nvSpPr>
        <dsp:cNvPr id="0" name=""/>
        <dsp:cNvSpPr/>
      </dsp:nvSpPr>
      <dsp:spPr>
        <a:xfrm>
          <a:off x="14325" y="0"/>
          <a:ext cx="1892456" cy="3940870"/>
        </a:xfrm>
        <a:prstGeom prst="rect">
          <a:avLst/>
        </a:prstGeom>
        <a:solidFill>
          <a:schemeClr val="accent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rtlCol="1" anchor="t" anchorCtr="1">
          <a:noAutofit/>
        </a:bodyPr>
        <a:lstStyle/>
        <a:p>
          <a:pPr marL="0" lvl="0" indent="0" algn="ctr" defTabSz="889000" rtl="1">
            <a:lnSpc>
              <a:spcPct val="90000"/>
            </a:lnSpc>
            <a:spcBef>
              <a:spcPct val="0"/>
            </a:spcBef>
            <a:spcAft>
              <a:spcPct val="35000"/>
            </a:spcAft>
            <a:buNone/>
          </a:pPr>
          <a:r>
            <a:rPr lang="he-IL" sz="2000" kern="1200" noProof="0" dirty="0">
              <a:latin typeface="Tahoma" panose="020B0604030504040204" pitchFamily="34" charset="0"/>
              <a:ea typeface="Tahoma" panose="020B0604030504040204" pitchFamily="34" charset="0"/>
              <a:cs typeface="Tahoma" panose="020B0604030504040204" pitchFamily="34" charset="0"/>
            </a:rPr>
            <a:t>הפעלה</a:t>
          </a:r>
        </a:p>
        <a:p>
          <a:pPr marL="0" lvl="1" indent="-114300" algn="ctr" defTabSz="622300" rtl="1">
            <a:lnSpc>
              <a:spcPct val="90000"/>
            </a:lnSpc>
            <a:spcBef>
              <a:spcPct val="0"/>
            </a:spcBef>
            <a:spcAft>
              <a:spcPct val="15000"/>
            </a:spcAft>
            <a:buNone/>
          </a:pPr>
          <a:r>
            <a:rPr lang="he-IL" sz="1400" kern="1200" noProof="0" dirty="0">
              <a:latin typeface="Tahoma" panose="020B0604030504040204" pitchFamily="34" charset="0"/>
              <a:ea typeface="Tahoma" panose="020B0604030504040204" pitchFamily="34" charset="0"/>
              <a:cs typeface="Tahoma" panose="020B0604030504040204" pitchFamily="34" charset="0"/>
            </a:rPr>
            <a:t>פרוס רשתות אסטרטגיות עם צרכים מחייבים של עסקים אלקטרוניים</a:t>
          </a:r>
        </a:p>
      </dsp:txBody>
      <dsp:txXfrm>
        <a:off x="14325" y="1576348"/>
        <a:ext cx="1892456" cy="1576348"/>
      </dsp:txXfrm>
    </dsp:sp>
    <dsp:sp modelId="{916140F0-4F43-9F45-8310-FCCA12DDE514}">
      <dsp:nvSpPr>
        <dsp:cNvPr id="0" name=""/>
        <dsp:cNvSpPr/>
      </dsp:nvSpPr>
      <dsp:spPr>
        <a:xfrm>
          <a:off x="532154" y="478533"/>
          <a:ext cx="828146" cy="828146"/>
        </a:xfrm>
        <a:prstGeom prst="ellipse">
          <a:avLst/>
        </a:prstGeom>
        <a:solidFill>
          <a:schemeClr val="accent1">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2107607C-A87A-3347-81F6-106C527DBD58}">
      <dsp:nvSpPr>
        <dsp:cNvPr id="0" name=""/>
        <dsp:cNvSpPr/>
      </dsp:nvSpPr>
      <dsp:spPr>
        <a:xfrm>
          <a:off x="400054" y="3040375"/>
          <a:ext cx="8914225" cy="591130"/>
        </a:xfrm>
        <a:prstGeom prst="leftRightArrow">
          <a:avLst/>
        </a:prstGeom>
        <a:solidFill>
          <a:schemeClr val="accent2">
            <a:tint val="40000"/>
            <a:hueOff val="0"/>
            <a:satOff val="0"/>
            <a:lumOff val="0"/>
            <a:alpha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AACCBB-6709-4071-B389-3BB226B3A586}">
      <dsp:nvSpPr>
        <dsp:cNvPr id="0" name=""/>
        <dsp:cNvSpPr/>
      </dsp:nvSpPr>
      <dsp:spPr>
        <a:xfrm>
          <a:off x="0" y="2181504"/>
          <a:ext cx="9779182" cy="0"/>
        </a:xfrm>
        <a:prstGeom prst="line">
          <a:avLst/>
        </a:prstGeom>
        <a:solidFill>
          <a:schemeClr val="lt1">
            <a:alpha val="90000"/>
            <a:hueOff val="0"/>
            <a:satOff val="0"/>
            <a:lumOff val="0"/>
            <a:alphaOff val="0"/>
          </a:schemeClr>
        </a:solidFill>
        <a:ln w="19050" cap="flat" cmpd="sng" algn="ctr">
          <a:solidFill>
            <a:schemeClr val="accent2">
              <a:alpha val="9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0ED6E8D6-BD44-4400-BC14-1BC75CB979A3}">
      <dsp:nvSpPr>
        <dsp:cNvPr id="0" name=""/>
        <dsp:cNvSpPr/>
      </dsp:nvSpPr>
      <dsp:spPr>
        <a:xfrm rot="8100000">
          <a:off x="69819" y="502751"/>
          <a:ext cx="320851" cy="320851"/>
        </a:xfrm>
        <a:prstGeom prst="teardrop">
          <a:avLst>
            <a:gd name="adj" fmla="val 115000"/>
          </a:avLst>
        </a:prstGeom>
        <a:solidFill>
          <a:schemeClr val="accent2"/>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7FC7CF-F58D-48D5-8BCC-38D6EE87890B}">
      <dsp:nvSpPr>
        <dsp:cNvPr id="0" name=""/>
        <dsp:cNvSpPr/>
      </dsp:nvSpPr>
      <dsp:spPr>
        <a:xfrm>
          <a:off x="105463" y="538395"/>
          <a:ext cx="249564" cy="249564"/>
        </a:xfrm>
        <a:prstGeom prst="ellipse">
          <a:avLst/>
        </a:prstGeom>
        <a:solidFill>
          <a:schemeClr val="accent1">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D2143A46-815A-49BF-9455-C0385022444F}">
      <dsp:nvSpPr>
        <dsp:cNvPr id="0" name=""/>
        <dsp:cNvSpPr/>
      </dsp:nvSpPr>
      <dsp:spPr>
        <a:xfrm>
          <a:off x="655770" y="890053"/>
          <a:ext cx="2321488" cy="1291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2550" rIns="82550" bIns="123825" numCol="1" spcCol="1270" rtlCol="1" anchor="t" anchorCtr="0">
          <a:noAutofit/>
        </a:bodyPr>
        <a:lstStyle/>
        <a:p>
          <a:pPr marL="0" lvl="0" indent="0" algn="l" defTabSz="577850">
            <a:lnSpc>
              <a:spcPct val="90000"/>
            </a:lnSpc>
            <a:spcBef>
              <a:spcPct val="0"/>
            </a:spcBef>
            <a:spcAft>
              <a:spcPct val="35000"/>
            </a:spcAft>
            <a:buNone/>
          </a:pPr>
          <a:r>
            <a:rPr lang="he-IL" sz="1300" b="0" kern="1200" noProof="0" dirty="0">
              <a:solidFill>
                <a:schemeClr val="bg1"/>
              </a:solidFill>
              <a:latin typeface="Tahoma" panose="020B0604030504040204" pitchFamily="34" charset="0"/>
              <a:ea typeface="Tahoma" panose="020B0604030504040204" pitchFamily="34" charset="0"/>
              <a:cs typeface="Tahoma" panose="020B0604030504040204" pitchFamily="34" charset="0"/>
            </a:rPr>
            <a:t>צור שיתוף פעולה אפקטיבי מדרגי מסחר אלקטרוני</a:t>
          </a:r>
        </a:p>
      </dsp:txBody>
      <dsp:txXfrm>
        <a:off x="655770" y="890053"/>
        <a:ext cx="2321488" cy="1291450"/>
      </dsp:txXfrm>
    </dsp:sp>
    <dsp:sp modelId="{8E3FB235-DF38-476B-9A0E-B1E583D50944}">
      <dsp:nvSpPr>
        <dsp:cNvPr id="0" name=""/>
        <dsp:cNvSpPr/>
      </dsp:nvSpPr>
      <dsp:spPr>
        <a:xfrm>
          <a:off x="655770" y="436300"/>
          <a:ext cx="2321488" cy="453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7950" bIns="0" numCol="1" spcCol="1270" rtlCol="1" anchor="ctr" anchorCtr="0">
          <a:noAutofit/>
        </a:bodyPr>
        <a:lstStyle/>
        <a:p>
          <a:pPr marL="0" lvl="0" indent="0" algn="l" defTabSz="755650" rtl="1">
            <a:lnSpc>
              <a:spcPct val="90000"/>
            </a:lnSpc>
            <a:spcBef>
              <a:spcPct val="0"/>
            </a:spcBef>
            <a:spcAft>
              <a:spcPct val="35000"/>
            </a:spcAft>
            <a:buNone/>
            <a:defRPr b="1"/>
          </a:pPr>
          <a:r>
            <a:rPr lang="he-IL" sz="1700" b="1" kern="1200" noProof="0" dirty="0">
              <a:solidFill>
                <a:schemeClr val="bg1"/>
              </a:solidFill>
              <a:latin typeface="Tahoma" panose="020B0604030504040204" pitchFamily="34" charset="0"/>
              <a:ea typeface="Tahoma" panose="020B0604030504040204" pitchFamily="34" charset="0"/>
              <a:cs typeface="Tahoma" panose="020B0604030504040204" pitchFamily="34" charset="0"/>
            </a:rPr>
            <a:t>ספטמבר </a:t>
          </a:r>
          <a:r>
            <a:rPr lang="en-US" sz="1700" b="1" kern="1200" noProof="0" dirty="0">
              <a:solidFill>
                <a:schemeClr val="bg1"/>
              </a:solidFill>
              <a:latin typeface="Tahoma" panose="020B0604030504040204" pitchFamily="34" charset="0"/>
              <a:ea typeface="Tahoma" panose="020B0604030504040204" pitchFamily="34" charset="0"/>
              <a:cs typeface="Tahoma" panose="020B0604030504040204" pitchFamily="34" charset="0"/>
            </a:rPr>
            <a:t>XX</a:t>
          </a:r>
          <a:r>
            <a:rPr lang="he-IL" sz="1700" b="1" kern="1200" noProof="0" dirty="0">
              <a:solidFill>
                <a:schemeClr val="bg1"/>
              </a:solidFill>
              <a:latin typeface="Tahoma" panose="020B0604030504040204" pitchFamily="34" charset="0"/>
              <a:ea typeface="Tahoma" panose="020B0604030504040204" pitchFamily="34" charset="0"/>
              <a:cs typeface="Tahoma" panose="020B0604030504040204" pitchFamily="34" charset="0"/>
            </a:rPr>
            <a:t>20</a:t>
          </a:r>
        </a:p>
      </dsp:txBody>
      <dsp:txXfrm>
        <a:off x="655770" y="436300"/>
        <a:ext cx="2321488" cy="453752"/>
      </dsp:txXfrm>
    </dsp:sp>
    <dsp:sp modelId="{9AA05CE5-209F-4AD9-BE2C-2A69F76DA8F4}">
      <dsp:nvSpPr>
        <dsp:cNvPr id="0" name=""/>
        <dsp:cNvSpPr/>
      </dsp:nvSpPr>
      <dsp:spPr>
        <a:xfrm>
          <a:off x="230245" y="890053"/>
          <a:ext cx="0" cy="1291450"/>
        </a:xfrm>
        <a:prstGeom prst="line">
          <a:avLst/>
        </a:prstGeom>
        <a:noFill/>
        <a:ln w="12700" cap="flat" cmpd="sng" algn="ctr">
          <a:solidFill>
            <a:schemeClr val="accent2"/>
          </a:solidFill>
          <a:prstDash val="dash"/>
          <a:miter lim="800000"/>
        </a:ln>
        <a:effectLst/>
      </dsp:spPr>
      <dsp:style>
        <a:lnRef idx="1">
          <a:scrgbClr r="0" g="0" b="0"/>
        </a:lnRef>
        <a:fillRef idx="0">
          <a:scrgbClr r="0" g="0" b="0"/>
        </a:fillRef>
        <a:effectRef idx="0">
          <a:scrgbClr r="0" g="0" b="0"/>
        </a:effectRef>
        <a:fontRef idx="minor"/>
      </dsp:style>
    </dsp:sp>
    <dsp:sp modelId="{B6C94ECD-6415-4250-B4AD-F67BF5BECFB8}">
      <dsp:nvSpPr>
        <dsp:cNvPr id="0" name=""/>
        <dsp:cNvSpPr/>
      </dsp:nvSpPr>
      <dsp:spPr>
        <a:xfrm>
          <a:off x="189408" y="2140666"/>
          <a:ext cx="81675" cy="81675"/>
        </a:xfrm>
        <a:prstGeom prst="ellipse">
          <a:avLst/>
        </a:prstGeom>
        <a:solidFill>
          <a:schemeClr val="accent2">
            <a:shade val="90000"/>
            <a:hueOff val="0"/>
            <a:satOff val="0"/>
            <a:lumOff val="0"/>
            <a:alphaOff val="0"/>
          </a:schemeClr>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8CAA11-0A87-4861-8B4E-913B1EAD1334}">
      <dsp:nvSpPr>
        <dsp:cNvPr id="0" name=""/>
        <dsp:cNvSpPr/>
      </dsp:nvSpPr>
      <dsp:spPr>
        <a:xfrm rot="18900000">
          <a:off x="1707641" y="3539404"/>
          <a:ext cx="320851" cy="320851"/>
        </a:xfrm>
        <a:prstGeom prst="teardrop">
          <a:avLst>
            <a:gd name="adj" fmla="val 115000"/>
          </a:avLst>
        </a:prstGeom>
        <a:solidFill>
          <a:schemeClr val="accent2"/>
        </a:solidFill>
        <a:ln w="12700" cap="flat" cmpd="sng" algn="ctr">
          <a:solidFill>
            <a:schemeClr val="accent2">
              <a:alpha val="90000"/>
              <a:hueOff val="0"/>
              <a:satOff val="0"/>
              <a:lumOff val="0"/>
              <a:alphaOff val="-1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A1A837-F261-404B-A808-B2F4154CE8A2}">
      <dsp:nvSpPr>
        <dsp:cNvPr id="0" name=""/>
        <dsp:cNvSpPr/>
      </dsp:nvSpPr>
      <dsp:spPr>
        <a:xfrm>
          <a:off x="1743285" y="3575048"/>
          <a:ext cx="249564" cy="249564"/>
        </a:xfrm>
        <a:prstGeom prst="ellipse">
          <a:avLst/>
        </a:prstGeom>
        <a:solidFill>
          <a:schemeClr val="accent1">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B5F3F650-2E42-488A-AD4F-C4BD47D19A84}">
      <dsp:nvSpPr>
        <dsp:cNvPr id="0" name=""/>
        <dsp:cNvSpPr/>
      </dsp:nvSpPr>
      <dsp:spPr>
        <a:xfrm>
          <a:off x="2292766" y="2181504"/>
          <a:ext cx="2311834" cy="1291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3825" rIns="0" bIns="82550" numCol="1" spcCol="1270" rtlCol="1" anchor="b" anchorCtr="0">
          <a:noAutofit/>
        </a:bodyPr>
        <a:lstStyle/>
        <a:p>
          <a:pPr marL="0" lvl="0" indent="0" algn="l" defTabSz="577850">
            <a:lnSpc>
              <a:spcPct val="90000"/>
            </a:lnSpc>
            <a:spcBef>
              <a:spcPct val="0"/>
            </a:spcBef>
            <a:spcAft>
              <a:spcPct val="35000"/>
            </a:spcAft>
            <a:buNone/>
          </a:pPr>
          <a:r>
            <a:rPr lang="he-IL" sz="1300" b="0" kern="1200" noProof="0" dirty="0">
              <a:solidFill>
                <a:schemeClr val="bg1"/>
              </a:solidFill>
              <a:latin typeface="Tahoma" panose="020B0604030504040204" pitchFamily="34" charset="0"/>
              <a:ea typeface="Tahoma" panose="020B0604030504040204" pitchFamily="34" charset="0"/>
              <a:cs typeface="Tahoma" panose="020B0604030504040204" pitchFamily="34" charset="0"/>
            </a:rPr>
            <a:t>הפץ מדדים מתוקננים</a:t>
          </a:r>
        </a:p>
      </dsp:txBody>
      <dsp:txXfrm>
        <a:off x="2292766" y="2181504"/>
        <a:ext cx="2311834" cy="1291450"/>
      </dsp:txXfrm>
    </dsp:sp>
    <dsp:sp modelId="{223C5207-4FA2-4A6C-8F43-20BD55767C99}">
      <dsp:nvSpPr>
        <dsp:cNvPr id="0" name=""/>
        <dsp:cNvSpPr/>
      </dsp:nvSpPr>
      <dsp:spPr>
        <a:xfrm>
          <a:off x="2292766" y="3472954"/>
          <a:ext cx="2311834" cy="453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7950" bIns="0" numCol="1" spcCol="1270" rtlCol="1" anchor="ctr" anchorCtr="0">
          <a:noAutofit/>
        </a:bodyPr>
        <a:lstStyle/>
        <a:p>
          <a:pPr marL="0" lvl="0" indent="0" algn="l" defTabSz="755650" rtl="1">
            <a:lnSpc>
              <a:spcPct val="90000"/>
            </a:lnSpc>
            <a:spcBef>
              <a:spcPct val="0"/>
            </a:spcBef>
            <a:spcAft>
              <a:spcPct val="35000"/>
            </a:spcAft>
            <a:buNone/>
            <a:defRPr b="1"/>
          </a:pPr>
          <a:r>
            <a:rPr lang="he-IL" sz="1700" b="1" kern="1200" noProof="0" dirty="0" err="1">
              <a:solidFill>
                <a:schemeClr val="bg1"/>
              </a:solidFill>
              <a:latin typeface="Tahoma" panose="020B0604030504040204" pitchFamily="34" charset="0"/>
              <a:ea typeface="Tahoma" panose="020B0604030504040204" pitchFamily="34" charset="0"/>
              <a:cs typeface="Tahoma" panose="020B0604030504040204" pitchFamily="34" charset="0"/>
            </a:rPr>
            <a:t>נוב</a:t>
          </a:r>
          <a:r>
            <a:rPr lang="he-IL" sz="1700" b="1" kern="1200" noProof="0"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1700" b="1" kern="1200" noProof="0" dirty="0">
              <a:solidFill>
                <a:schemeClr val="bg1"/>
              </a:solidFill>
              <a:latin typeface="Tahoma" panose="020B0604030504040204" pitchFamily="34" charset="0"/>
              <a:ea typeface="Tahoma" panose="020B0604030504040204" pitchFamily="34" charset="0"/>
              <a:cs typeface="Tahoma" panose="020B0604030504040204" pitchFamily="34" charset="0"/>
            </a:rPr>
            <a:t>XX</a:t>
          </a:r>
          <a:r>
            <a:rPr lang="he-IL" sz="1700" b="1" kern="1200" noProof="0" dirty="0">
              <a:solidFill>
                <a:schemeClr val="bg1"/>
              </a:solidFill>
              <a:latin typeface="Tahoma" panose="020B0604030504040204" pitchFamily="34" charset="0"/>
              <a:ea typeface="Tahoma" panose="020B0604030504040204" pitchFamily="34" charset="0"/>
              <a:cs typeface="Tahoma" panose="020B0604030504040204" pitchFamily="34" charset="0"/>
            </a:rPr>
            <a:t>20</a:t>
          </a:r>
        </a:p>
      </dsp:txBody>
      <dsp:txXfrm>
        <a:off x="2292766" y="3472954"/>
        <a:ext cx="2311834" cy="453752"/>
      </dsp:txXfrm>
    </dsp:sp>
    <dsp:sp modelId="{4FE5EB5D-4CEF-4D0D-9394-0534E61844BE}">
      <dsp:nvSpPr>
        <dsp:cNvPr id="0" name=""/>
        <dsp:cNvSpPr/>
      </dsp:nvSpPr>
      <dsp:spPr>
        <a:xfrm>
          <a:off x="1868067" y="2181504"/>
          <a:ext cx="0" cy="1291450"/>
        </a:xfrm>
        <a:prstGeom prst="line">
          <a:avLst/>
        </a:prstGeom>
        <a:noFill/>
        <a:ln w="12700" cap="flat" cmpd="sng" algn="ctr">
          <a:solidFill>
            <a:schemeClr val="accent2"/>
          </a:solidFill>
          <a:prstDash val="dash"/>
          <a:miter lim="800000"/>
        </a:ln>
        <a:effectLst/>
      </dsp:spPr>
      <dsp:style>
        <a:lnRef idx="1">
          <a:scrgbClr r="0" g="0" b="0"/>
        </a:lnRef>
        <a:fillRef idx="0">
          <a:scrgbClr r="0" g="0" b="0"/>
        </a:fillRef>
        <a:effectRef idx="0">
          <a:scrgbClr r="0" g="0" b="0"/>
        </a:effectRef>
        <a:fontRef idx="minor"/>
      </dsp:style>
    </dsp:sp>
    <dsp:sp modelId="{714429FF-AAA3-4358-8C5F-1A7F29AA2B7B}">
      <dsp:nvSpPr>
        <dsp:cNvPr id="0" name=""/>
        <dsp:cNvSpPr/>
      </dsp:nvSpPr>
      <dsp:spPr>
        <a:xfrm>
          <a:off x="1826286" y="2140666"/>
          <a:ext cx="81675" cy="81675"/>
        </a:xfrm>
        <a:prstGeom prst="ellipse">
          <a:avLst/>
        </a:prstGeom>
        <a:solidFill>
          <a:schemeClr val="accent2"/>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C82E90-F103-439C-8371-CFFB0927B9DE}">
      <dsp:nvSpPr>
        <dsp:cNvPr id="0" name=""/>
        <dsp:cNvSpPr/>
      </dsp:nvSpPr>
      <dsp:spPr>
        <a:xfrm rot="8100000">
          <a:off x="3331841" y="502751"/>
          <a:ext cx="320851" cy="320851"/>
        </a:xfrm>
        <a:prstGeom prst="teardrop">
          <a:avLst>
            <a:gd name="adj" fmla="val 115000"/>
          </a:avLst>
        </a:prstGeom>
        <a:solidFill>
          <a:schemeClr val="accent2"/>
        </a:solidFill>
        <a:ln w="12700" cap="flat" cmpd="sng" algn="ctr">
          <a:solidFill>
            <a:schemeClr val="accent2">
              <a:alpha val="90000"/>
              <a:hueOff val="0"/>
              <a:satOff val="0"/>
              <a:lumOff val="0"/>
              <a:alphaOff val="-2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519322-C1DD-47AE-92C0-13575134BC76}">
      <dsp:nvSpPr>
        <dsp:cNvPr id="0" name=""/>
        <dsp:cNvSpPr/>
      </dsp:nvSpPr>
      <dsp:spPr>
        <a:xfrm>
          <a:off x="3367485" y="538395"/>
          <a:ext cx="249564" cy="249564"/>
        </a:xfrm>
        <a:prstGeom prst="ellipse">
          <a:avLst/>
        </a:prstGeom>
        <a:solidFill>
          <a:schemeClr val="accent1">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96DDA0FE-83E2-423C-9F13-58A61EB68487}">
      <dsp:nvSpPr>
        <dsp:cNvPr id="0" name=""/>
        <dsp:cNvSpPr/>
      </dsp:nvSpPr>
      <dsp:spPr>
        <a:xfrm>
          <a:off x="3916965" y="890053"/>
          <a:ext cx="2311834" cy="1291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2550" rIns="82550" bIns="123825" numCol="1" spcCol="1270" rtlCol="1" anchor="t" anchorCtr="0">
          <a:noAutofit/>
        </a:bodyPr>
        <a:lstStyle/>
        <a:p>
          <a:pPr marL="0" lvl="0" indent="0" algn="l" defTabSz="577850">
            <a:lnSpc>
              <a:spcPct val="90000"/>
            </a:lnSpc>
            <a:spcBef>
              <a:spcPct val="0"/>
            </a:spcBef>
            <a:spcAft>
              <a:spcPct val="35000"/>
            </a:spcAft>
            <a:buNone/>
          </a:pPr>
          <a:r>
            <a:rPr lang="he-IL" sz="1300" b="0" kern="1200" noProof="0" dirty="0">
              <a:solidFill>
                <a:schemeClr val="bg1"/>
              </a:solidFill>
              <a:latin typeface="Tahoma" panose="020B0604030504040204" pitchFamily="34" charset="0"/>
              <a:ea typeface="Tahoma" panose="020B0604030504040204" pitchFamily="34" charset="0"/>
              <a:cs typeface="Tahoma" panose="020B0604030504040204" pitchFamily="34" charset="0"/>
            </a:rPr>
            <a:t>תאם אפליקציות של עסקים אלקטרוניים</a:t>
          </a:r>
        </a:p>
      </dsp:txBody>
      <dsp:txXfrm>
        <a:off x="3916965" y="890053"/>
        <a:ext cx="2311834" cy="1291450"/>
      </dsp:txXfrm>
    </dsp:sp>
    <dsp:sp modelId="{2D6C7916-1130-46A8-833B-A6278CBD2192}">
      <dsp:nvSpPr>
        <dsp:cNvPr id="0" name=""/>
        <dsp:cNvSpPr/>
      </dsp:nvSpPr>
      <dsp:spPr>
        <a:xfrm>
          <a:off x="3916965" y="436300"/>
          <a:ext cx="2311834" cy="453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7950" bIns="0" numCol="1" spcCol="1270" rtlCol="1" anchor="ctr" anchorCtr="0">
          <a:noAutofit/>
        </a:bodyPr>
        <a:lstStyle/>
        <a:p>
          <a:pPr marL="0" lvl="0" indent="0" algn="l" defTabSz="755650" rtl="1">
            <a:lnSpc>
              <a:spcPct val="90000"/>
            </a:lnSpc>
            <a:spcBef>
              <a:spcPct val="0"/>
            </a:spcBef>
            <a:spcAft>
              <a:spcPct val="35000"/>
            </a:spcAft>
            <a:buNone/>
            <a:defRPr b="1"/>
          </a:pPr>
          <a:r>
            <a:rPr lang="he-IL" sz="1700" b="1" kern="1200" noProof="0" dirty="0" err="1">
              <a:solidFill>
                <a:schemeClr val="bg1"/>
              </a:solidFill>
              <a:latin typeface="Tahoma" panose="020B0604030504040204" pitchFamily="34" charset="0"/>
              <a:ea typeface="Tahoma" panose="020B0604030504040204" pitchFamily="34" charset="0"/>
              <a:cs typeface="Tahoma" panose="020B0604030504040204" pitchFamily="34" charset="0"/>
            </a:rPr>
            <a:t>ינו</a:t>
          </a:r>
          <a:r>
            <a:rPr lang="he-IL" sz="1700" b="1" kern="1200" noProof="0"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1700" b="1" kern="1200" noProof="0" dirty="0">
              <a:solidFill>
                <a:schemeClr val="bg1"/>
              </a:solidFill>
              <a:latin typeface="Tahoma" panose="020B0604030504040204" pitchFamily="34" charset="0"/>
              <a:ea typeface="Tahoma" panose="020B0604030504040204" pitchFamily="34" charset="0"/>
              <a:cs typeface="Tahoma" panose="020B0604030504040204" pitchFamily="34" charset="0"/>
            </a:rPr>
            <a:t>XX</a:t>
          </a:r>
          <a:r>
            <a:rPr lang="he-IL" sz="1700" b="1" kern="1200" noProof="0" dirty="0">
              <a:solidFill>
                <a:schemeClr val="bg1"/>
              </a:solidFill>
              <a:latin typeface="Tahoma" panose="020B0604030504040204" pitchFamily="34" charset="0"/>
              <a:ea typeface="Tahoma" panose="020B0604030504040204" pitchFamily="34" charset="0"/>
              <a:cs typeface="Tahoma" panose="020B0604030504040204" pitchFamily="34" charset="0"/>
            </a:rPr>
            <a:t>20</a:t>
          </a:r>
        </a:p>
      </dsp:txBody>
      <dsp:txXfrm>
        <a:off x="3916965" y="436300"/>
        <a:ext cx="2311834" cy="453752"/>
      </dsp:txXfrm>
    </dsp:sp>
    <dsp:sp modelId="{4D953791-5C2F-4A75-A8F4-6ED7EAB5E015}">
      <dsp:nvSpPr>
        <dsp:cNvPr id="0" name=""/>
        <dsp:cNvSpPr/>
      </dsp:nvSpPr>
      <dsp:spPr>
        <a:xfrm>
          <a:off x="3492267" y="890053"/>
          <a:ext cx="0" cy="1291450"/>
        </a:xfrm>
        <a:prstGeom prst="line">
          <a:avLst/>
        </a:prstGeom>
        <a:noFill/>
        <a:ln w="12700" cap="flat" cmpd="sng" algn="ctr">
          <a:solidFill>
            <a:schemeClr val="accent2"/>
          </a:solidFill>
          <a:prstDash val="dash"/>
          <a:miter lim="800000"/>
        </a:ln>
        <a:effectLst/>
      </dsp:spPr>
      <dsp:style>
        <a:lnRef idx="1">
          <a:scrgbClr r="0" g="0" b="0"/>
        </a:lnRef>
        <a:fillRef idx="0">
          <a:scrgbClr r="0" g="0" b="0"/>
        </a:fillRef>
        <a:effectRef idx="0">
          <a:scrgbClr r="0" g="0" b="0"/>
        </a:effectRef>
        <a:fontRef idx="minor"/>
      </dsp:style>
    </dsp:sp>
    <dsp:sp modelId="{152AD014-AFD0-4700-A468-4D562874339A}">
      <dsp:nvSpPr>
        <dsp:cNvPr id="0" name=""/>
        <dsp:cNvSpPr/>
      </dsp:nvSpPr>
      <dsp:spPr>
        <a:xfrm>
          <a:off x="3450486" y="2140666"/>
          <a:ext cx="81675" cy="81675"/>
        </a:xfrm>
        <a:prstGeom prst="ellipse">
          <a:avLst/>
        </a:prstGeom>
        <a:solidFill>
          <a:schemeClr val="accent2"/>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331DD9-74CF-4A3A-86BA-F4B9DBEAB944}">
      <dsp:nvSpPr>
        <dsp:cNvPr id="0" name=""/>
        <dsp:cNvSpPr/>
      </dsp:nvSpPr>
      <dsp:spPr>
        <a:xfrm rot="18900000">
          <a:off x="4956041" y="3539404"/>
          <a:ext cx="320851" cy="320851"/>
        </a:xfrm>
        <a:prstGeom prst="teardrop">
          <a:avLst>
            <a:gd name="adj" fmla="val 115000"/>
          </a:avLst>
        </a:prstGeom>
        <a:solidFill>
          <a:schemeClr val="accent2"/>
        </a:solidFill>
        <a:ln w="12700" cap="flat" cmpd="sng" algn="ctr">
          <a:solidFill>
            <a:schemeClr val="accent2">
              <a:alpha val="90000"/>
              <a:hueOff val="0"/>
              <a:satOff val="0"/>
              <a:lumOff val="0"/>
              <a:alphaOff val="-3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5AAB83-BD07-4B9E-9A3B-858C0B126F9C}">
      <dsp:nvSpPr>
        <dsp:cNvPr id="0" name=""/>
        <dsp:cNvSpPr/>
      </dsp:nvSpPr>
      <dsp:spPr>
        <a:xfrm>
          <a:off x="4991685" y="3575048"/>
          <a:ext cx="249564" cy="249564"/>
        </a:xfrm>
        <a:prstGeom prst="ellipse">
          <a:avLst/>
        </a:prstGeom>
        <a:solidFill>
          <a:schemeClr val="accent1">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08CB2D5A-F46A-4E0E-9575-15F31D04AAC6}">
      <dsp:nvSpPr>
        <dsp:cNvPr id="0" name=""/>
        <dsp:cNvSpPr/>
      </dsp:nvSpPr>
      <dsp:spPr>
        <a:xfrm>
          <a:off x="5541165" y="2181504"/>
          <a:ext cx="2311834" cy="1291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3825" rIns="0" bIns="82550" numCol="1" spcCol="1270" rtlCol="1" anchor="b" anchorCtr="0">
          <a:noAutofit/>
        </a:bodyPr>
        <a:lstStyle/>
        <a:p>
          <a:pPr marL="0" lvl="0" indent="0" algn="l" defTabSz="577850">
            <a:lnSpc>
              <a:spcPct val="90000"/>
            </a:lnSpc>
            <a:spcBef>
              <a:spcPct val="0"/>
            </a:spcBef>
            <a:spcAft>
              <a:spcPct val="35000"/>
            </a:spcAft>
            <a:buNone/>
          </a:pPr>
          <a:r>
            <a:rPr lang="he-IL" sz="1300" b="0" kern="1200" noProof="0" dirty="0">
              <a:solidFill>
                <a:schemeClr val="bg1"/>
              </a:solidFill>
              <a:latin typeface="Tahoma" panose="020B0604030504040204" pitchFamily="34" charset="0"/>
              <a:ea typeface="Tahoma" panose="020B0604030504040204" pitchFamily="34" charset="0"/>
              <a:cs typeface="Tahoma" panose="020B0604030504040204" pitchFamily="34" charset="0"/>
            </a:rPr>
            <a:t>אמץ שיטות מעולות באופן כוללני</a:t>
          </a:r>
        </a:p>
      </dsp:txBody>
      <dsp:txXfrm>
        <a:off x="5541165" y="2181504"/>
        <a:ext cx="2311834" cy="1291450"/>
      </dsp:txXfrm>
    </dsp:sp>
    <dsp:sp modelId="{7C1E6B4A-59F7-4018-A403-E1CCAEE78BA1}">
      <dsp:nvSpPr>
        <dsp:cNvPr id="0" name=""/>
        <dsp:cNvSpPr/>
      </dsp:nvSpPr>
      <dsp:spPr>
        <a:xfrm>
          <a:off x="5541165" y="3472954"/>
          <a:ext cx="2311834" cy="453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7950" bIns="0" numCol="1" spcCol="1270" rtlCol="1" anchor="ctr" anchorCtr="0">
          <a:noAutofit/>
        </a:bodyPr>
        <a:lstStyle/>
        <a:p>
          <a:pPr marL="0" lvl="0" indent="0" algn="l" defTabSz="755650" rtl="1">
            <a:lnSpc>
              <a:spcPct val="90000"/>
            </a:lnSpc>
            <a:spcBef>
              <a:spcPct val="0"/>
            </a:spcBef>
            <a:spcAft>
              <a:spcPct val="35000"/>
            </a:spcAft>
            <a:buNone/>
            <a:defRPr b="1"/>
          </a:pPr>
          <a:r>
            <a:rPr lang="he-IL" sz="1700" b="1" kern="1200" noProof="0" dirty="0">
              <a:solidFill>
                <a:schemeClr val="bg1"/>
              </a:solidFill>
              <a:latin typeface="Tahoma" panose="020B0604030504040204" pitchFamily="34" charset="0"/>
              <a:ea typeface="Tahoma" panose="020B0604030504040204" pitchFamily="34" charset="0"/>
              <a:cs typeface="Tahoma" panose="020B0604030504040204" pitchFamily="34" charset="0"/>
            </a:rPr>
            <a:t>מרץ </a:t>
          </a:r>
          <a:r>
            <a:rPr lang="en-US" sz="1700" b="1" kern="1200" noProof="0" dirty="0">
              <a:solidFill>
                <a:schemeClr val="bg1"/>
              </a:solidFill>
              <a:latin typeface="Tahoma" panose="020B0604030504040204" pitchFamily="34" charset="0"/>
              <a:ea typeface="Tahoma" panose="020B0604030504040204" pitchFamily="34" charset="0"/>
              <a:cs typeface="Tahoma" panose="020B0604030504040204" pitchFamily="34" charset="0"/>
            </a:rPr>
            <a:t>XX</a:t>
          </a:r>
          <a:r>
            <a:rPr lang="he-IL" sz="1700" b="1" kern="1200" noProof="0" dirty="0">
              <a:solidFill>
                <a:schemeClr val="bg1"/>
              </a:solidFill>
              <a:latin typeface="Tahoma" panose="020B0604030504040204" pitchFamily="34" charset="0"/>
              <a:ea typeface="Tahoma" panose="020B0604030504040204" pitchFamily="34" charset="0"/>
              <a:cs typeface="Tahoma" panose="020B0604030504040204" pitchFamily="34" charset="0"/>
            </a:rPr>
            <a:t>20</a:t>
          </a:r>
        </a:p>
      </dsp:txBody>
      <dsp:txXfrm>
        <a:off x="5541165" y="3472954"/>
        <a:ext cx="2311834" cy="453752"/>
      </dsp:txXfrm>
    </dsp:sp>
    <dsp:sp modelId="{A03C5372-D306-43AC-B406-6F8183849431}">
      <dsp:nvSpPr>
        <dsp:cNvPr id="0" name=""/>
        <dsp:cNvSpPr/>
      </dsp:nvSpPr>
      <dsp:spPr>
        <a:xfrm>
          <a:off x="5116467" y="2181504"/>
          <a:ext cx="0" cy="1291450"/>
        </a:xfrm>
        <a:prstGeom prst="line">
          <a:avLst/>
        </a:prstGeom>
        <a:noFill/>
        <a:ln w="12700" cap="flat" cmpd="sng" algn="ctr">
          <a:solidFill>
            <a:schemeClr val="accent2"/>
          </a:solidFill>
          <a:prstDash val="dash"/>
          <a:miter lim="800000"/>
        </a:ln>
        <a:effectLst/>
      </dsp:spPr>
      <dsp:style>
        <a:lnRef idx="1">
          <a:scrgbClr r="0" g="0" b="0"/>
        </a:lnRef>
        <a:fillRef idx="0">
          <a:scrgbClr r="0" g="0" b="0"/>
        </a:fillRef>
        <a:effectRef idx="0">
          <a:scrgbClr r="0" g="0" b="0"/>
        </a:effectRef>
        <a:fontRef idx="minor"/>
      </dsp:style>
    </dsp:sp>
    <dsp:sp modelId="{14282312-87CB-41BB-A02D-C594BBEF33C7}">
      <dsp:nvSpPr>
        <dsp:cNvPr id="0" name=""/>
        <dsp:cNvSpPr/>
      </dsp:nvSpPr>
      <dsp:spPr>
        <a:xfrm>
          <a:off x="5074686" y="2140666"/>
          <a:ext cx="81675" cy="81675"/>
        </a:xfrm>
        <a:prstGeom prst="ellipse">
          <a:avLst/>
        </a:prstGeom>
        <a:solidFill>
          <a:schemeClr val="accent2"/>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5439AF-6893-479D-8B57-31FBC13C553F}">
      <dsp:nvSpPr>
        <dsp:cNvPr id="0" name=""/>
        <dsp:cNvSpPr/>
      </dsp:nvSpPr>
      <dsp:spPr>
        <a:xfrm rot="8100000">
          <a:off x="6580241" y="502751"/>
          <a:ext cx="320851" cy="320851"/>
        </a:xfrm>
        <a:prstGeom prst="teardrop">
          <a:avLst>
            <a:gd name="adj" fmla="val 115000"/>
          </a:avLst>
        </a:prstGeom>
        <a:solidFill>
          <a:schemeClr val="accent2"/>
        </a:solidFill>
        <a:ln w="12700" cap="flat" cmpd="sng" algn="ctr">
          <a:solidFill>
            <a:schemeClr val="accent2">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2B1C16-7FF0-4DBE-B32E-E43FEB1E2EAC}">
      <dsp:nvSpPr>
        <dsp:cNvPr id="0" name=""/>
        <dsp:cNvSpPr/>
      </dsp:nvSpPr>
      <dsp:spPr>
        <a:xfrm>
          <a:off x="6615885" y="538395"/>
          <a:ext cx="249564" cy="249564"/>
        </a:xfrm>
        <a:prstGeom prst="ellipse">
          <a:avLst/>
        </a:prstGeom>
        <a:solidFill>
          <a:schemeClr val="accent1">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1B55AA6D-649D-4145-93EB-08B866A4D4E5}">
      <dsp:nvSpPr>
        <dsp:cNvPr id="0" name=""/>
        <dsp:cNvSpPr/>
      </dsp:nvSpPr>
      <dsp:spPr>
        <a:xfrm>
          <a:off x="7165365" y="890053"/>
          <a:ext cx="2311834" cy="1291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2550" rIns="82550" bIns="123825" numCol="1" spcCol="1270" rtlCol="1" anchor="t" anchorCtr="0">
          <a:noAutofit/>
        </a:bodyPr>
        <a:lstStyle/>
        <a:p>
          <a:pPr marL="0" lvl="0" indent="0" algn="l" defTabSz="577850">
            <a:lnSpc>
              <a:spcPct val="90000"/>
            </a:lnSpc>
            <a:spcBef>
              <a:spcPct val="0"/>
            </a:spcBef>
            <a:spcAft>
              <a:spcPct val="35000"/>
            </a:spcAft>
            <a:buNone/>
          </a:pPr>
          <a:r>
            <a:rPr lang="he-IL" sz="1300" b="0" kern="1200" noProof="0" dirty="0">
              <a:solidFill>
                <a:schemeClr val="bg1"/>
              </a:solidFill>
              <a:latin typeface="Tahoma" panose="020B0604030504040204" pitchFamily="34" charset="0"/>
              <a:ea typeface="Tahoma" panose="020B0604030504040204" pitchFamily="34" charset="0"/>
              <a:cs typeface="Tahoma" panose="020B0604030504040204" pitchFamily="34" charset="0"/>
            </a:rPr>
            <a:t>פרוס רשתות אסטרטגיות עם צרכים מחייבים של עסקים אלקטרוניים</a:t>
          </a:r>
          <a:endParaRPr lang="he-IL" sz="1300" b="1" kern="1200" noProof="0" dirty="0">
            <a:solidFill>
              <a:schemeClr val="bg1"/>
            </a:solidFill>
            <a:latin typeface="Tahoma" panose="020B0604030504040204" pitchFamily="34" charset="0"/>
            <a:ea typeface="Tahoma" panose="020B0604030504040204" pitchFamily="34" charset="0"/>
            <a:cs typeface="Tahoma" panose="020B0604030504040204" pitchFamily="34" charset="0"/>
          </a:endParaRPr>
        </a:p>
      </dsp:txBody>
      <dsp:txXfrm>
        <a:off x="7165365" y="890053"/>
        <a:ext cx="2311834" cy="1291450"/>
      </dsp:txXfrm>
    </dsp:sp>
    <dsp:sp modelId="{3FA5D5AE-9CAE-4D19-9765-BCEE62095312}">
      <dsp:nvSpPr>
        <dsp:cNvPr id="0" name=""/>
        <dsp:cNvSpPr/>
      </dsp:nvSpPr>
      <dsp:spPr>
        <a:xfrm>
          <a:off x="7165365" y="436300"/>
          <a:ext cx="2311834" cy="453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7950" bIns="0" numCol="1" spcCol="1270" rtlCol="1" anchor="ctr" anchorCtr="0">
          <a:noAutofit/>
        </a:bodyPr>
        <a:lstStyle/>
        <a:p>
          <a:pPr marL="0" lvl="0" indent="0" algn="l" defTabSz="755650" rtl="1">
            <a:lnSpc>
              <a:spcPct val="90000"/>
            </a:lnSpc>
            <a:spcBef>
              <a:spcPct val="0"/>
            </a:spcBef>
            <a:spcAft>
              <a:spcPct val="35000"/>
            </a:spcAft>
            <a:buNone/>
            <a:defRPr b="1"/>
          </a:pPr>
          <a:r>
            <a:rPr lang="he-IL" sz="1700" b="1" kern="1200" noProof="0" dirty="0">
              <a:solidFill>
                <a:schemeClr val="bg1"/>
              </a:solidFill>
              <a:latin typeface="Tahoma" panose="020B0604030504040204" pitchFamily="34" charset="0"/>
              <a:ea typeface="Tahoma" panose="020B0604030504040204" pitchFamily="34" charset="0"/>
              <a:cs typeface="Tahoma" panose="020B0604030504040204" pitchFamily="34" charset="0"/>
            </a:rPr>
            <a:t>מאי </a:t>
          </a:r>
          <a:r>
            <a:rPr lang="en-US" sz="1700" b="1" kern="1200" noProof="0" dirty="0">
              <a:solidFill>
                <a:schemeClr val="bg1"/>
              </a:solidFill>
              <a:latin typeface="Tahoma" panose="020B0604030504040204" pitchFamily="34" charset="0"/>
              <a:ea typeface="Tahoma" panose="020B0604030504040204" pitchFamily="34" charset="0"/>
              <a:cs typeface="Tahoma" panose="020B0604030504040204" pitchFamily="34" charset="0"/>
            </a:rPr>
            <a:t>XX</a:t>
          </a:r>
          <a:r>
            <a:rPr lang="he-IL" sz="1700" b="1" kern="1200" noProof="0" dirty="0">
              <a:solidFill>
                <a:schemeClr val="bg1"/>
              </a:solidFill>
              <a:latin typeface="Tahoma" panose="020B0604030504040204" pitchFamily="34" charset="0"/>
              <a:ea typeface="Tahoma" panose="020B0604030504040204" pitchFamily="34" charset="0"/>
              <a:cs typeface="Tahoma" panose="020B0604030504040204" pitchFamily="34" charset="0"/>
            </a:rPr>
            <a:t>20</a:t>
          </a:r>
        </a:p>
      </dsp:txBody>
      <dsp:txXfrm>
        <a:off x="7165365" y="436300"/>
        <a:ext cx="2311834" cy="453752"/>
      </dsp:txXfrm>
    </dsp:sp>
    <dsp:sp modelId="{FE6CA7EB-68EC-4E76-9051-08C4CF370101}">
      <dsp:nvSpPr>
        <dsp:cNvPr id="0" name=""/>
        <dsp:cNvSpPr/>
      </dsp:nvSpPr>
      <dsp:spPr>
        <a:xfrm>
          <a:off x="6740667" y="890053"/>
          <a:ext cx="0" cy="1291450"/>
        </a:xfrm>
        <a:prstGeom prst="line">
          <a:avLst/>
        </a:prstGeom>
        <a:noFill/>
        <a:ln w="12700" cap="flat" cmpd="sng" algn="ctr">
          <a:solidFill>
            <a:schemeClr val="accent2"/>
          </a:solidFill>
          <a:prstDash val="dash"/>
          <a:miter lim="800000"/>
        </a:ln>
        <a:effectLst/>
      </dsp:spPr>
      <dsp:style>
        <a:lnRef idx="1">
          <a:scrgbClr r="0" g="0" b="0"/>
        </a:lnRef>
        <a:fillRef idx="0">
          <a:scrgbClr r="0" g="0" b="0"/>
        </a:fillRef>
        <a:effectRef idx="0">
          <a:scrgbClr r="0" g="0" b="0"/>
        </a:effectRef>
        <a:fontRef idx="minor"/>
      </dsp:style>
    </dsp:sp>
    <dsp:sp modelId="{58B7B786-A0AD-4662-8D54-C5C572D2C32C}">
      <dsp:nvSpPr>
        <dsp:cNvPr id="0" name=""/>
        <dsp:cNvSpPr/>
      </dsp:nvSpPr>
      <dsp:spPr>
        <a:xfrm>
          <a:off x="6698885" y="2140666"/>
          <a:ext cx="81675" cy="81675"/>
        </a:xfrm>
        <a:prstGeom prst="ellipse">
          <a:avLst/>
        </a:prstGeom>
        <a:solidFill>
          <a:schemeClr val="accent2"/>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17/3/layout/DropPinTimeline">
  <dgm:title val="שחרר ציר זמן של הצמדה"/>
  <dgm:desc val="משמש להצגת רשימת אירועים בסדר כרונולוגי. תיבה בלתי נראית ליד הנעץ המכילה את התאריך והתיאור נמצאת ממש מתחת. היא יכולה להציג כמות טקסט בינונית ותבנית תאריך באורך בינוני."/>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lgn="r" rtl="1">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a:extLst>
              <a:ext uri="{FF2B5EF4-FFF2-40B4-BE49-F238E27FC236}">
                <a16:creationId xmlns:a16="http://schemas.microsoft.com/office/drawing/2014/main" id="{3B129C17-9205-4554-BF5C-070656C21699}"/>
              </a:ext>
            </a:extLst>
          </p:cNvPr>
          <p:cNvSpPr>
            <a:spLocks noGrp="1"/>
          </p:cNvSpPr>
          <p:nvPr>
            <p:ph type="hdr" sz="quarter"/>
          </p:nvPr>
        </p:nvSpPr>
        <p:spPr>
          <a:xfrm flipH="1">
            <a:off x="3886200" y="0"/>
            <a:ext cx="2971800" cy="458788"/>
          </a:xfrm>
          <a:prstGeom prst="rect">
            <a:avLst/>
          </a:prstGeom>
        </p:spPr>
        <p:txBody>
          <a:bodyPr vert="horz" lIns="91440" tIns="45720" rIns="91440" bIns="45720" rtlCol="1"/>
          <a:lstStyle>
            <a:lvl1pPr algn="r" rtl="1">
              <a:defRPr sz="1200"/>
            </a:lvl1pPr>
          </a:lstStyle>
          <a:p>
            <a:pPr algn="r" rtl="1"/>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3" name="מציין מיקום של תאריך 2">
            <a:extLst>
              <a:ext uri="{FF2B5EF4-FFF2-40B4-BE49-F238E27FC236}">
                <a16:creationId xmlns:a16="http://schemas.microsoft.com/office/drawing/2014/main" id="{0B41E939-D5BE-4B7F-BCD2-05DCC4E5E8C7}"/>
              </a:ext>
            </a:extLst>
          </p:cNvPr>
          <p:cNvSpPr>
            <a:spLocks noGrp="1"/>
          </p:cNvSpPr>
          <p:nvPr>
            <p:ph type="dt" sz="quarter" idx="1"/>
          </p:nvPr>
        </p:nvSpPr>
        <p:spPr>
          <a:xfrm flipH="1">
            <a:off x="1587" y="0"/>
            <a:ext cx="2971800" cy="458788"/>
          </a:xfrm>
          <a:prstGeom prst="rect">
            <a:avLst/>
          </a:prstGeom>
        </p:spPr>
        <p:txBody>
          <a:bodyPr vert="horz" lIns="91440" tIns="45720" rIns="91440" bIns="45720" rtlCol="1"/>
          <a:lstStyle>
            <a:lvl1pPr algn="r" rtl="1">
              <a:defRPr sz="1200"/>
            </a:lvl1pPr>
          </a:lstStyle>
          <a:p>
            <a:pPr algn="l" rtl="1"/>
            <a:fld id="{7E2F324B-6E16-46F1-9071-8DAF485FC1AF}" type="datetime1">
              <a:rPr lang="he-IL" smtClean="0">
                <a:latin typeface="Tahoma" panose="020B0604030504040204" pitchFamily="34" charset="0"/>
                <a:ea typeface="Tahoma" panose="020B0604030504040204" pitchFamily="34" charset="0"/>
                <a:cs typeface="Tahoma" panose="020B0604030504040204" pitchFamily="34" charset="0"/>
              </a:rPr>
              <a:t>כ"ו/שבט/תשפ"ד</a:t>
            </a:fld>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4" name="מציין מיקום של כותרת תחתונה 3">
            <a:extLst>
              <a:ext uri="{FF2B5EF4-FFF2-40B4-BE49-F238E27FC236}">
                <a16:creationId xmlns:a16="http://schemas.microsoft.com/office/drawing/2014/main" id="{F61800B1-1D76-46D4-ADAF-FD5EA7AFBE70}"/>
              </a:ext>
            </a:extLst>
          </p:cNvPr>
          <p:cNvSpPr>
            <a:spLocks noGrp="1"/>
          </p:cNvSpPr>
          <p:nvPr>
            <p:ph type="ftr" sz="quarter" idx="2"/>
          </p:nvPr>
        </p:nvSpPr>
        <p:spPr>
          <a:xfrm flipH="1">
            <a:off x="3886200" y="8685213"/>
            <a:ext cx="2971800" cy="458787"/>
          </a:xfrm>
          <a:prstGeom prst="rect">
            <a:avLst/>
          </a:prstGeom>
        </p:spPr>
        <p:txBody>
          <a:bodyPr vert="horz" lIns="91440" tIns="45720" rIns="91440" bIns="45720" rtlCol="1" anchor="b"/>
          <a:lstStyle>
            <a:lvl1pPr algn="r" rtl="1">
              <a:defRPr sz="1200"/>
            </a:lvl1pPr>
          </a:lstStyle>
          <a:p>
            <a:pPr algn="r" rtl="1"/>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5" name="מציין מיקום של מספר שקופית 4">
            <a:extLst>
              <a:ext uri="{FF2B5EF4-FFF2-40B4-BE49-F238E27FC236}">
                <a16:creationId xmlns:a16="http://schemas.microsoft.com/office/drawing/2014/main" id="{FCBFA674-DC58-422B-8963-09FD1B05EDDB}"/>
              </a:ext>
            </a:extLst>
          </p:cNvPr>
          <p:cNvSpPr>
            <a:spLocks noGrp="1"/>
          </p:cNvSpPr>
          <p:nvPr>
            <p:ph type="sldNum" sz="quarter" idx="3"/>
          </p:nvPr>
        </p:nvSpPr>
        <p:spPr>
          <a:xfrm flipH="1">
            <a:off x="1587" y="8685213"/>
            <a:ext cx="2971800" cy="458787"/>
          </a:xfrm>
          <a:prstGeom prst="rect">
            <a:avLst/>
          </a:prstGeom>
        </p:spPr>
        <p:txBody>
          <a:bodyPr vert="horz" lIns="91440" tIns="45720" rIns="91440" bIns="45720" rtlCol="1" anchor="b"/>
          <a:lstStyle>
            <a:lvl1pPr algn="r" rtl="1">
              <a:defRPr sz="1200"/>
            </a:lvl1pPr>
          </a:lstStyle>
          <a:p>
            <a:pPr algn="l" rtl="1"/>
            <a:fld id="{3A42FE58-2C2A-433E-A3EF-B39ACF97315A}" type="slidenum">
              <a:rPr lang="he-IL" smtClean="0">
                <a:latin typeface="Tahoma" panose="020B0604030504040204" pitchFamily="34" charset="0"/>
                <a:ea typeface="Tahoma" panose="020B0604030504040204" pitchFamily="34" charset="0"/>
                <a:cs typeface="Tahoma" panose="020B0604030504040204" pitchFamily="34" charset="0"/>
              </a:rPr>
              <a:pPr algn="l" rtl="1"/>
              <a:t>‹#›</a:t>
            </a:fld>
            <a:endParaRPr lang="he-I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66356575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flipH="1">
            <a:off x="3886200" y="0"/>
            <a:ext cx="2971800" cy="458788"/>
          </a:xfrm>
          <a:prstGeom prst="rect">
            <a:avLst/>
          </a:prstGeom>
        </p:spPr>
        <p:txBody>
          <a:bodyPr vert="horz" lIns="91440" tIns="45720" rIns="91440" bIns="45720" rtlCol="1"/>
          <a:lstStyle>
            <a:lvl1pPr algn="r" rtl="1">
              <a:defRPr sz="1200">
                <a:latin typeface="Tahoma" panose="020B0604030504040204" pitchFamily="34" charset="0"/>
                <a:ea typeface="Tahoma" panose="020B0604030504040204" pitchFamily="34" charset="0"/>
                <a:cs typeface="Tahoma" panose="020B0604030504040204" pitchFamily="34" charset="0"/>
              </a:defRPr>
            </a:lvl1pPr>
          </a:lstStyle>
          <a:p>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3" name="מציין מיקום של תאריך 2"/>
          <p:cNvSpPr>
            <a:spLocks noGrp="1"/>
          </p:cNvSpPr>
          <p:nvPr>
            <p:ph type="dt" idx="1"/>
          </p:nvPr>
        </p:nvSpPr>
        <p:spPr>
          <a:xfrm flipH="1">
            <a:off x="1587" y="0"/>
            <a:ext cx="2971800" cy="458788"/>
          </a:xfrm>
          <a:prstGeom prst="rect">
            <a:avLst/>
          </a:prstGeom>
        </p:spPr>
        <p:txBody>
          <a:bodyPr vert="horz" lIns="91440" tIns="45720" rIns="91440" bIns="45720" rtlCol="1"/>
          <a:lstStyle>
            <a:lvl1pPr algn="l" rtl="1">
              <a:defRPr sz="1200">
                <a:latin typeface="Tahoma" panose="020B0604030504040204" pitchFamily="34" charset="0"/>
                <a:ea typeface="Tahoma" panose="020B0604030504040204" pitchFamily="34" charset="0"/>
                <a:cs typeface="Tahoma" panose="020B0604030504040204" pitchFamily="34" charset="0"/>
              </a:defRPr>
            </a:lvl1pPr>
          </a:lstStyle>
          <a:p>
            <a:pPr algn="l"/>
            <a:fld id="{06E80034-7FA8-4C07-A4E0-E39ACF202958}" type="datetime1">
              <a:rPr lang="he-IL" smtClean="0"/>
              <a:t>כ"ו/שבט/תשפ"ד</a:t>
            </a:fld>
            <a:endParaRPr lang="he-IL" dirty="0"/>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pPr rtl="1"/>
            <a:endParaRPr lang="he-IL" noProof="0"/>
          </a:p>
        </p:txBody>
      </p:sp>
      <p:sp>
        <p:nvSpPr>
          <p:cNvPr id="5" name="מציין מיקום של הערות 4"/>
          <p:cNvSpPr>
            <a:spLocks noGrp="1"/>
          </p:cNvSpPr>
          <p:nvPr>
            <p:ph type="body" sz="quarter" idx="3"/>
          </p:nvPr>
        </p:nvSpPr>
        <p:spPr>
          <a:xfrm flipH="1">
            <a:off x="685800" y="4400550"/>
            <a:ext cx="5486400" cy="3600450"/>
          </a:xfrm>
          <a:prstGeom prst="rect">
            <a:avLst/>
          </a:prstGeom>
        </p:spPr>
        <p:txBody>
          <a:bodyPr vert="horz" lIns="91440" tIns="45720" rIns="91440" bIns="45720" rtlCol="1"/>
          <a:lstStyle/>
          <a:p>
            <a:pPr lvl="0" rtl="1"/>
            <a:r>
              <a:rPr lang="he-IL" noProof="0"/>
              <a:t>לחץ כדי לערוך סגנונות טקסט של תבנית בסיס</a:t>
            </a:r>
          </a:p>
          <a:p>
            <a:pPr lvl="1" rtl="1"/>
            <a:r>
              <a:rPr lang="he-IL" noProof="0"/>
              <a:t>רמה שניה</a:t>
            </a:r>
          </a:p>
          <a:p>
            <a:pPr lvl="2" rtl="1"/>
            <a:r>
              <a:rPr lang="he-IL" noProof="0"/>
              <a:t>רמה שלישית</a:t>
            </a:r>
          </a:p>
          <a:p>
            <a:pPr lvl="3" rtl="1"/>
            <a:r>
              <a:rPr lang="he-IL" noProof="0"/>
              <a:t>רמה רביעית</a:t>
            </a:r>
          </a:p>
          <a:p>
            <a:pPr lvl="4" rtl="1"/>
            <a:r>
              <a:rPr lang="he-IL" noProof="0"/>
              <a:t>רמה חמישית</a:t>
            </a:r>
          </a:p>
        </p:txBody>
      </p:sp>
      <p:sp>
        <p:nvSpPr>
          <p:cNvPr id="6" name="מציין מיקום של כותרת תחתונה 5"/>
          <p:cNvSpPr>
            <a:spLocks noGrp="1"/>
          </p:cNvSpPr>
          <p:nvPr>
            <p:ph type="ftr" sz="quarter" idx="4"/>
          </p:nvPr>
        </p:nvSpPr>
        <p:spPr>
          <a:xfrm flipH="1">
            <a:off x="3886200" y="8685213"/>
            <a:ext cx="2971800" cy="458787"/>
          </a:xfrm>
          <a:prstGeom prst="rect">
            <a:avLst/>
          </a:prstGeom>
        </p:spPr>
        <p:txBody>
          <a:bodyPr vert="horz" lIns="91440" tIns="45720" rIns="91440" bIns="45720" rtlCol="1" anchor="b"/>
          <a:lstStyle>
            <a:lvl1pPr algn="r" rtl="1">
              <a:defRPr sz="1200">
                <a:latin typeface="Tahoma" panose="020B0604030504040204" pitchFamily="34" charset="0"/>
                <a:ea typeface="Tahoma" panose="020B0604030504040204" pitchFamily="34" charset="0"/>
                <a:cs typeface="Tahoma" panose="020B0604030504040204" pitchFamily="34" charset="0"/>
              </a:defRPr>
            </a:lvl1pPr>
          </a:lstStyle>
          <a:p>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7" name="מציין מיקום של מספר שקופית 6"/>
          <p:cNvSpPr>
            <a:spLocks noGrp="1"/>
          </p:cNvSpPr>
          <p:nvPr>
            <p:ph type="sldNum" sz="quarter" idx="5"/>
          </p:nvPr>
        </p:nvSpPr>
        <p:spPr>
          <a:xfrm flipH="1">
            <a:off x="1587" y="8685213"/>
            <a:ext cx="2971800" cy="458787"/>
          </a:xfrm>
          <a:prstGeom prst="rect">
            <a:avLst/>
          </a:prstGeom>
        </p:spPr>
        <p:txBody>
          <a:bodyPr vert="horz" lIns="91440" tIns="45720" rIns="91440" bIns="45720" rtlCol="1" anchor="b"/>
          <a:lstStyle>
            <a:lvl1pPr algn="l" rtl="1">
              <a:defRPr sz="1200">
                <a:latin typeface="Tahoma" panose="020B0604030504040204" pitchFamily="34" charset="0"/>
                <a:ea typeface="Tahoma" panose="020B0604030504040204" pitchFamily="34" charset="0"/>
                <a:cs typeface="Tahoma" panose="020B0604030504040204" pitchFamily="34" charset="0"/>
              </a:defRPr>
            </a:lvl1pPr>
          </a:lstStyle>
          <a:p>
            <a:pPr algn="l"/>
            <a:fld id="{F97DC217-DF71-1A49-B3EA-559F1F43B0FF}" type="slidenum">
              <a:rPr lang="he-IL" smtClean="0"/>
              <a:pPr/>
              <a:t>‹#›</a:t>
            </a:fld>
            <a:endParaRPr lang="he-IL"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hf hdr="0" ftr="0" dt="0"/>
  <p:notesStyle>
    <a:lvl1pPr marL="0" algn="r" defTabSz="914400" rtl="1" eaLnBrk="1" latinLnBrk="0" hangingPunct="1">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algn="r" defTabSz="914400" rtl="1" eaLnBrk="1" latinLnBrk="0" hangingPunct="1">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algn="r" defTabSz="914400" rtl="1" eaLnBrk="1" latinLnBrk="0" hangingPunct="1">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algn="r" defTabSz="914400" rtl="1" eaLnBrk="1" latinLnBrk="0" hangingPunct="1">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algn="r" defTabSz="914400" rtl="1" eaLnBrk="1" latinLnBrk="0" hangingPunct="1">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rtlCol="1"/>
          <a:lstStyle/>
          <a:p>
            <a:pPr rtl="1"/>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4" name="מציין מיקום של מספר שקופית 3"/>
          <p:cNvSpPr>
            <a:spLocks noGrp="1"/>
          </p:cNvSpPr>
          <p:nvPr>
            <p:ph type="sldNum" sz="quarter" idx="5"/>
          </p:nvPr>
        </p:nvSpPr>
        <p:spPr/>
        <p:txBody>
          <a:bodyPr rtlCol="1"/>
          <a:lstStyle/>
          <a:p>
            <a:pPr algn="l" rtl="1"/>
            <a:fld id="{F97DC217-DF71-1A49-B3EA-559F1F43B0FF}" type="slidenum">
              <a:rPr lang="he-IL" smtClean="0">
                <a:latin typeface="Tahoma" panose="020B0604030504040204" pitchFamily="34" charset="0"/>
                <a:ea typeface="Tahoma" panose="020B0604030504040204" pitchFamily="34" charset="0"/>
                <a:cs typeface="Tahoma" panose="020B0604030504040204" pitchFamily="34" charset="0"/>
              </a:rPr>
              <a:pPr algn="l" rtl="1"/>
              <a:t>1</a:t>
            </a:fld>
            <a:endParaRPr lang="he-IL"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277724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4" name="מציין מיקום של מספר שקופית 3"/>
          <p:cNvSpPr>
            <a:spLocks noGrp="1"/>
          </p:cNvSpPr>
          <p:nvPr>
            <p:ph type="sldNum" sz="quarter" idx="5"/>
          </p:nvPr>
        </p:nvSpPr>
        <p:spPr/>
        <p:txBody>
          <a:bodyPr/>
          <a:lstStyle/>
          <a:p>
            <a:pPr algn="l" rtl="1"/>
            <a:fld id="{F97DC217-DF71-1A49-B3EA-559F1F43B0FF}" type="slidenum">
              <a:rPr lang="he-IL" smtClean="0">
                <a:latin typeface="Tahoma" panose="020B0604030504040204" pitchFamily="34" charset="0"/>
                <a:ea typeface="Tahoma" panose="020B0604030504040204" pitchFamily="34" charset="0"/>
                <a:cs typeface="Tahoma" panose="020B0604030504040204" pitchFamily="34" charset="0"/>
              </a:rPr>
              <a:pPr algn="l" rtl="1"/>
              <a:t>2</a:t>
            </a:fld>
            <a:endParaRPr lang="he-IL"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3113483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4" name="מציין מיקום של מספר שקופית 3"/>
          <p:cNvSpPr>
            <a:spLocks noGrp="1"/>
          </p:cNvSpPr>
          <p:nvPr>
            <p:ph type="sldNum" sz="quarter" idx="5"/>
          </p:nvPr>
        </p:nvSpPr>
        <p:spPr/>
        <p:txBody>
          <a:bodyPr/>
          <a:lstStyle/>
          <a:p>
            <a:pPr algn="l" rtl="1"/>
            <a:fld id="{F97DC217-DF71-1A49-B3EA-559F1F43B0FF}" type="slidenum">
              <a:rPr lang="he-IL" smtClean="0">
                <a:latin typeface="Tahoma" panose="020B0604030504040204" pitchFamily="34" charset="0"/>
                <a:ea typeface="Tahoma" panose="020B0604030504040204" pitchFamily="34" charset="0"/>
                <a:cs typeface="Tahoma" panose="020B0604030504040204" pitchFamily="34" charset="0"/>
              </a:rPr>
              <a:pPr algn="l" rtl="1"/>
              <a:t>3</a:t>
            </a:fld>
            <a:endParaRPr lang="he-IL"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341394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4" name="מציין מיקום של מספר שקופית 3"/>
          <p:cNvSpPr>
            <a:spLocks noGrp="1"/>
          </p:cNvSpPr>
          <p:nvPr>
            <p:ph type="sldNum" sz="quarter" idx="5"/>
          </p:nvPr>
        </p:nvSpPr>
        <p:spPr/>
        <p:txBody>
          <a:bodyPr/>
          <a:lstStyle/>
          <a:p>
            <a:pPr algn="l" rtl="1"/>
            <a:fld id="{F97DC217-DF71-1A49-B3EA-559F1F43B0FF}" type="slidenum">
              <a:rPr lang="he-IL" smtClean="0">
                <a:latin typeface="Tahoma" panose="020B0604030504040204" pitchFamily="34" charset="0"/>
                <a:ea typeface="Tahoma" panose="020B0604030504040204" pitchFamily="34" charset="0"/>
                <a:cs typeface="Tahoma" panose="020B0604030504040204" pitchFamily="34" charset="0"/>
              </a:rPr>
              <a:pPr algn="l" rtl="1"/>
              <a:t>4</a:t>
            </a:fld>
            <a:endParaRPr lang="he-IL"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737615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4" name="מציין מיקום של מספר שקופית 3"/>
          <p:cNvSpPr>
            <a:spLocks noGrp="1"/>
          </p:cNvSpPr>
          <p:nvPr>
            <p:ph type="sldNum" sz="quarter" idx="5"/>
          </p:nvPr>
        </p:nvSpPr>
        <p:spPr/>
        <p:txBody>
          <a:bodyPr/>
          <a:lstStyle/>
          <a:p>
            <a:pPr algn="l" rtl="1"/>
            <a:fld id="{F97DC217-DF71-1A49-B3EA-559F1F43B0FF}" type="slidenum">
              <a:rPr lang="he-IL" smtClean="0">
                <a:latin typeface="Tahoma" panose="020B0604030504040204" pitchFamily="34" charset="0"/>
                <a:ea typeface="Tahoma" panose="020B0604030504040204" pitchFamily="34" charset="0"/>
                <a:cs typeface="Tahoma" panose="020B0604030504040204" pitchFamily="34" charset="0"/>
              </a:rPr>
              <a:pPr algn="l" rtl="1"/>
              <a:t>5</a:t>
            </a:fld>
            <a:endParaRPr lang="he-IL"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835529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4" name="מציין מיקום של מספר שקופית 3"/>
          <p:cNvSpPr>
            <a:spLocks noGrp="1"/>
          </p:cNvSpPr>
          <p:nvPr>
            <p:ph type="sldNum" sz="quarter" idx="5"/>
          </p:nvPr>
        </p:nvSpPr>
        <p:spPr/>
        <p:txBody>
          <a:bodyPr/>
          <a:lstStyle/>
          <a:p>
            <a:pPr algn="l" rtl="1"/>
            <a:fld id="{F97DC217-DF71-1A49-B3EA-559F1F43B0FF}" type="slidenum">
              <a:rPr lang="he-IL" smtClean="0">
                <a:latin typeface="Tahoma" panose="020B0604030504040204" pitchFamily="34" charset="0"/>
                <a:ea typeface="Tahoma" panose="020B0604030504040204" pitchFamily="34" charset="0"/>
                <a:cs typeface="Tahoma" panose="020B0604030504040204" pitchFamily="34" charset="0"/>
              </a:rPr>
              <a:pPr algn="l" rtl="1"/>
              <a:t>6</a:t>
            </a:fld>
            <a:endParaRPr lang="he-IL"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986039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4" name="מציין מיקום של מספר שקופית 3"/>
          <p:cNvSpPr>
            <a:spLocks noGrp="1"/>
          </p:cNvSpPr>
          <p:nvPr>
            <p:ph type="sldNum" sz="quarter" idx="5"/>
          </p:nvPr>
        </p:nvSpPr>
        <p:spPr/>
        <p:txBody>
          <a:bodyPr/>
          <a:lstStyle/>
          <a:p>
            <a:pPr algn="l" rtl="1"/>
            <a:fld id="{F97DC217-DF71-1A49-B3EA-559F1F43B0FF}" type="slidenum">
              <a:rPr lang="he-IL" smtClean="0">
                <a:latin typeface="Tahoma" panose="020B0604030504040204" pitchFamily="34" charset="0"/>
                <a:ea typeface="Tahoma" panose="020B0604030504040204" pitchFamily="34" charset="0"/>
                <a:cs typeface="Tahoma" panose="020B0604030504040204" pitchFamily="34" charset="0"/>
              </a:rPr>
              <a:pPr algn="l" rtl="1"/>
              <a:t>7</a:t>
            </a:fld>
            <a:endParaRPr lang="he-IL"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9026137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4" name="מציין מיקום של מספר שקופית 3"/>
          <p:cNvSpPr>
            <a:spLocks noGrp="1"/>
          </p:cNvSpPr>
          <p:nvPr>
            <p:ph type="sldNum" sz="quarter" idx="5"/>
          </p:nvPr>
        </p:nvSpPr>
        <p:spPr/>
        <p:txBody>
          <a:bodyPr/>
          <a:lstStyle/>
          <a:p>
            <a:pPr algn="l" rtl="1"/>
            <a:fld id="{F97DC217-DF71-1A49-B3EA-559F1F43B0FF}" type="slidenum">
              <a:rPr lang="he-IL" smtClean="0">
                <a:latin typeface="Tahoma" panose="020B0604030504040204" pitchFamily="34" charset="0"/>
                <a:ea typeface="Tahoma" panose="020B0604030504040204" pitchFamily="34" charset="0"/>
                <a:cs typeface="Tahoma" panose="020B0604030504040204" pitchFamily="34" charset="0"/>
              </a:rPr>
              <a:pPr algn="l" rtl="1"/>
              <a:t>8</a:t>
            </a:fld>
            <a:endParaRPr lang="he-IL"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7901116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4" name="מציין מיקום של מספר שקופית 3"/>
          <p:cNvSpPr>
            <a:spLocks noGrp="1"/>
          </p:cNvSpPr>
          <p:nvPr>
            <p:ph type="sldNum" sz="quarter" idx="5"/>
          </p:nvPr>
        </p:nvSpPr>
        <p:spPr/>
        <p:txBody>
          <a:bodyPr/>
          <a:lstStyle/>
          <a:p>
            <a:pPr algn="l" rtl="1"/>
            <a:fld id="{F97DC217-DF71-1A49-B3EA-559F1F43B0FF}" type="slidenum">
              <a:rPr lang="he-IL" smtClean="0">
                <a:latin typeface="Tahoma" panose="020B0604030504040204" pitchFamily="34" charset="0"/>
                <a:ea typeface="Tahoma" panose="020B0604030504040204" pitchFamily="34" charset="0"/>
                <a:cs typeface="Tahoma" panose="020B0604030504040204" pitchFamily="34" charset="0"/>
              </a:rPr>
              <a:pPr algn="l" rtl="1"/>
              <a:t>9</a:t>
            </a:fld>
            <a:endParaRPr lang="he-IL"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189594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4" name="מציין מיקום של מספר שקופית 3"/>
          <p:cNvSpPr>
            <a:spLocks noGrp="1"/>
          </p:cNvSpPr>
          <p:nvPr>
            <p:ph type="sldNum" sz="quarter" idx="5"/>
          </p:nvPr>
        </p:nvSpPr>
        <p:spPr/>
        <p:txBody>
          <a:bodyPr/>
          <a:lstStyle/>
          <a:p>
            <a:pPr algn="l" rtl="1"/>
            <a:fld id="{F97DC217-DF71-1A49-B3EA-559F1F43B0FF}" type="slidenum">
              <a:rPr lang="he-IL" smtClean="0">
                <a:latin typeface="Tahoma" panose="020B0604030504040204" pitchFamily="34" charset="0"/>
                <a:ea typeface="Tahoma" panose="020B0604030504040204" pitchFamily="34" charset="0"/>
                <a:cs typeface="Tahoma" panose="020B0604030504040204" pitchFamily="34" charset="0"/>
              </a:rPr>
              <a:pPr algn="l" rtl="1"/>
              <a:t>10</a:t>
            </a:fld>
            <a:endParaRPr lang="he-IL"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853352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4" name="מציין מיקום של מספר שקופית 3"/>
          <p:cNvSpPr>
            <a:spLocks noGrp="1"/>
          </p:cNvSpPr>
          <p:nvPr>
            <p:ph type="sldNum" sz="quarter" idx="5"/>
          </p:nvPr>
        </p:nvSpPr>
        <p:spPr/>
        <p:txBody>
          <a:bodyPr/>
          <a:lstStyle/>
          <a:p>
            <a:pPr algn="l" rtl="1"/>
            <a:fld id="{F97DC217-DF71-1A49-B3EA-559F1F43B0FF}" type="slidenum">
              <a:rPr lang="he-IL" smtClean="0">
                <a:latin typeface="Tahoma" panose="020B0604030504040204" pitchFamily="34" charset="0"/>
                <a:ea typeface="Tahoma" panose="020B0604030504040204" pitchFamily="34" charset="0"/>
                <a:cs typeface="Tahoma" panose="020B0604030504040204" pitchFamily="34" charset="0"/>
              </a:rPr>
              <a:pPr algn="l" rtl="1"/>
              <a:t>11</a:t>
            </a:fld>
            <a:endParaRPr lang="he-IL"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202158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4" name="מציין מיקום של מספר שקופית 3"/>
          <p:cNvSpPr>
            <a:spLocks noGrp="1"/>
          </p:cNvSpPr>
          <p:nvPr>
            <p:ph type="sldNum" sz="quarter" idx="5"/>
          </p:nvPr>
        </p:nvSpPr>
        <p:spPr/>
        <p:txBody>
          <a:bodyPr/>
          <a:lstStyle/>
          <a:p>
            <a:pPr algn="l" rtl="1"/>
            <a:fld id="{F97DC217-DF71-1A49-B3EA-559F1F43B0FF}" type="slidenum">
              <a:rPr lang="he-IL" smtClean="0">
                <a:latin typeface="Tahoma" panose="020B0604030504040204" pitchFamily="34" charset="0"/>
                <a:ea typeface="Tahoma" panose="020B0604030504040204" pitchFamily="34" charset="0"/>
                <a:cs typeface="Tahoma" panose="020B0604030504040204" pitchFamily="34" charset="0"/>
              </a:rPr>
              <a:pPr algn="l" rtl="1"/>
              <a:t>12</a:t>
            </a:fld>
            <a:endParaRPr lang="he-IL"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7089491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4" name="מציין מיקום של מספר שקופית 3"/>
          <p:cNvSpPr>
            <a:spLocks noGrp="1"/>
          </p:cNvSpPr>
          <p:nvPr>
            <p:ph type="sldNum" sz="quarter" idx="5"/>
          </p:nvPr>
        </p:nvSpPr>
        <p:spPr/>
        <p:txBody>
          <a:bodyPr/>
          <a:lstStyle/>
          <a:p>
            <a:pPr algn="l" rtl="1"/>
            <a:fld id="{F97DC217-DF71-1A49-B3EA-559F1F43B0FF}" type="slidenum">
              <a:rPr lang="he-IL" smtClean="0">
                <a:latin typeface="Tahoma" panose="020B0604030504040204" pitchFamily="34" charset="0"/>
                <a:ea typeface="Tahoma" panose="020B0604030504040204" pitchFamily="34" charset="0"/>
                <a:cs typeface="Tahoma" panose="020B0604030504040204" pitchFamily="34" charset="0"/>
              </a:rPr>
              <a:pPr algn="l" rtl="1"/>
              <a:t>13</a:t>
            </a:fld>
            <a:endParaRPr lang="he-IL"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2367082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4" name="מציין מיקום של מספר שקופית 3"/>
          <p:cNvSpPr>
            <a:spLocks noGrp="1"/>
          </p:cNvSpPr>
          <p:nvPr>
            <p:ph type="sldNum" sz="quarter" idx="5"/>
          </p:nvPr>
        </p:nvSpPr>
        <p:spPr/>
        <p:txBody>
          <a:bodyPr/>
          <a:lstStyle/>
          <a:p>
            <a:pPr algn="l" rtl="1"/>
            <a:fld id="{F97DC217-DF71-1A49-B3EA-559F1F43B0FF}" type="slidenum">
              <a:rPr lang="he-IL" smtClean="0">
                <a:latin typeface="Tahoma" panose="020B0604030504040204" pitchFamily="34" charset="0"/>
                <a:ea typeface="Tahoma" panose="020B0604030504040204" pitchFamily="34" charset="0"/>
                <a:cs typeface="Tahoma" panose="020B0604030504040204" pitchFamily="34" charset="0"/>
              </a:rPr>
              <a:pPr algn="l" rtl="1"/>
              <a:t>14</a:t>
            </a:fld>
            <a:endParaRPr lang="he-IL"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276759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4" name="מציין מיקום של מספר שקופית 3"/>
          <p:cNvSpPr>
            <a:spLocks noGrp="1"/>
          </p:cNvSpPr>
          <p:nvPr>
            <p:ph type="sldNum" sz="quarter" idx="5"/>
          </p:nvPr>
        </p:nvSpPr>
        <p:spPr/>
        <p:txBody>
          <a:bodyPr/>
          <a:lstStyle/>
          <a:p>
            <a:pPr algn="l" rtl="1"/>
            <a:fld id="{F97DC217-DF71-1A49-B3EA-559F1F43B0FF}" type="slidenum">
              <a:rPr lang="he-IL" smtClean="0">
                <a:latin typeface="Tahoma" panose="020B0604030504040204" pitchFamily="34" charset="0"/>
                <a:ea typeface="Tahoma" panose="020B0604030504040204" pitchFamily="34" charset="0"/>
                <a:cs typeface="Tahoma" panose="020B0604030504040204" pitchFamily="34" charset="0"/>
              </a:rPr>
              <a:pPr algn="l" rtl="1"/>
              <a:t>15</a:t>
            </a:fld>
            <a:endParaRPr lang="he-IL"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716698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94248F2-5264-4601-AA0B-6C092F77F2DD}"/>
              </a:ext>
            </a:extLst>
          </p:cNvPr>
          <p:cNvSpPr>
            <a:spLocks noGrp="1"/>
          </p:cNvSpPr>
          <p:nvPr>
            <p:ph type="ctrTitle"/>
          </p:nvPr>
        </p:nvSpPr>
        <p:spPr>
          <a:xfrm flipH="1">
            <a:off x="3927574" y="1122363"/>
            <a:ext cx="7096933" cy="2387600"/>
          </a:xfrm>
        </p:spPr>
        <p:txBody>
          <a:bodyPr rtlCol="1" anchor="b">
            <a:noAutofit/>
          </a:bodyPr>
          <a:lstStyle>
            <a:lvl1pPr algn="r" rtl="1">
              <a:defRPr sz="6000" b="1">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כדי לערוך סגנון כותרת של תבנית בסיס</a:t>
            </a:r>
          </a:p>
        </p:txBody>
      </p:sp>
      <p:sp>
        <p:nvSpPr>
          <p:cNvPr id="3" name="כותרת משנה 2">
            <a:extLst>
              <a:ext uri="{FF2B5EF4-FFF2-40B4-BE49-F238E27FC236}">
                <a16:creationId xmlns:a16="http://schemas.microsoft.com/office/drawing/2014/main" id="{DCFB69D3-5632-4285-A209-9DCA67DA668C}"/>
              </a:ext>
            </a:extLst>
          </p:cNvPr>
          <p:cNvSpPr>
            <a:spLocks noGrp="1"/>
          </p:cNvSpPr>
          <p:nvPr>
            <p:ph type="subTitle" idx="1"/>
          </p:nvPr>
        </p:nvSpPr>
        <p:spPr>
          <a:xfrm flipH="1">
            <a:off x="1524000" y="3602038"/>
            <a:ext cx="9500507" cy="806675"/>
          </a:xfrm>
        </p:spPr>
        <p:txBody>
          <a:bodyPr rtlCol="1">
            <a:noAutofit/>
          </a:bodyPr>
          <a:lstStyle>
            <a:lvl1pPr marL="0" indent="0" algn="r" rtl="1">
              <a:buNone/>
              <a:defRPr sz="3200">
                <a:latin typeface="Tahoma" panose="020B0604030504040204" pitchFamily="34" charset="0"/>
                <a:ea typeface="Tahoma" panose="020B0604030504040204" pitchFamily="34" charset="0"/>
                <a:cs typeface="Tahoma" panose="020B0604030504040204" pitchFamily="34" charset="0"/>
              </a:defRPr>
            </a:lvl1pPr>
            <a:lvl2pPr marL="457200" indent="0" algn="ctr" rtl="1">
              <a:buNone/>
              <a:defRPr sz="2000"/>
            </a:lvl2pPr>
            <a:lvl3pPr marL="914400" indent="0" algn="ctr" rtl="1">
              <a:buNone/>
              <a:defRPr sz="1800"/>
            </a:lvl3pPr>
            <a:lvl4pPr marL="1371600" indent="0" algn="ctr" rtl="1">
              <a:buNone/>
              <a:defRPr sz="1600"/>
            </a:lvl4pPr>
            <a:lvl5pPr marL="1828800" indent="0" algn="ctr" rtl="1">
              <a:buNone/>
              <a:defRPr sz="1600"/>
            </a:lvl5pPr>
            <a:lvl6pPr marL="2286000" indent="0" algn="ctr" rtl="1">
              <a:buNone/>
              <a:defRPr sz="1600"/>
            </a:lvl6pPr>
            <a:lvl7pPr marL="2743200" indent="0" algn="ctr" rtl="1">
              <a:buNone/>
              <a:defRPr sz="1600"/>
            </a:lvl7pPr>
            <a:lvl8pPr marL="3200400" indent="0" algn="ctr" rtl="1">
              <a:buNone/>
              <a:defRPr sz="1600"/>
            </a:lvl8pPr>
            <a:lvl9pPr marL="3657600" indent="0" algn="ctr" rtl="1">
              <a:buNone/>
              <a:defRPr sz="1600"/>
            </a:lvl9pPr>
          </a:lstStyle>
          <a:p>
            <a:pPr rtl="1"/>
            <a:r>
              <a:rPr lang="he-IL" noProof="0"/>
              <a:t>לחץ כדי לערוך סגנון כותרת משנה של תבנית בסיס</a:t>
            </a:r>
          </a:p>
        </p:txBody>
      </p:sp>
      <p:sp>
        <p:nvSpPr>
          <p:cNvPr id="4" name="מלבן 3">
            <a:extLst>
              <a:ext uri="{FF2B5EF4-FFF2-40B4-BE49-F238E27FC236}">
                <a16:creationId xmlns:a16="http://schemas.microsoft.com/office/drawing/2014/main" id="{9AC79249-FDC0-364D-A734-AE1DE1605D28}"/>
              </a:ext>
            </a:extLst>
          </p:cNvPr>
          <p:cNvSpPr/>
          <p:nvPr userDrawn="1"/>
        </p:nvSpPr>
        <p:spPr>
          <a:xfrm flipH="1">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5" name="אליפסה 4">
            <a:extLst>
              <a:ext uri="{FF2B5EF4-FFF2-40B4-BE49-F238E27FC236}">
                <a16:creationId xmlns:a16="http://schemas.microsoft.com/office/drawing/2014/main" id="{902465C8-266D-104C-9C49-323DF4A8277E}"/>
              </a:ext>
            </a:extLst>
          </p:cNvPr>
          <p:cNvSpPr/>
          <p:nvPr userDrawn="1"/>
        </p:nvSpPr>
        <p:spPr>
          <a:xfrm flipH="1">
            <a:off x="10057040"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11" name="צורה חופשית 10">
            <a:extLst>
              <a:ext uri="{FF2B5EF4-FFF2-40B4-BE49-F238E27FC236}">
                <a16:creationId xmlns:a16="http://schemas.microsoft.com/office/drawing/2014/main" id="{37979A1C-BF60-B345-A664-2E4F7A3461EB}"/>
              </a:ext>
            </a:extLst>
          </p:cNvPr>
          <p:cNvSpPr/>
          <p:nvPr userDrawn="1"/>
        </p:nvSpPr>
        <p:spPr>
          <a:xfrm flipH="1">
            <a:off x="1107349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9" name="צורה חופשית 8">
            <a:extLst>
              <a:ext uri="{FF2B5EF4-FFF2-40B4-BE49-F238E27FC236}">
                <a16:creationId xmlns:a16="http://schemas.microsoft.com/office/drawing/2014/main" id="{58080B3E-915C-2D4C-8608-596E1BFD6387}"/>
              </a:ext>
            </a:extLst>
          </p:cNvPr>
          <p:cNvSpPr/>
          <p:nvPr userDrawn="1"/>
        </p:nvSpPr>
        <p:spPr>
          <a:xfrm flipH="1">
            <a:off x="1107349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grpSp>
        <p:nvGrpSpPr>
          <p:cNvPr id="6" name="קבוצה 5">
            <a:extLst>
              <a:ext uri="{FF2B5EF4-FFF2-40B4-BE49-F238E27FC236}">
                <a16:creationId xmlns:a16="http://schemas.microsoft.com/office/drawing/2014/main" id="{F15FBB50-09C8-B64E-AE57-67C5E70810CB}"/>
              </a:ext>
            </a:extLst>
          </p:cNvPr>
          <p:cNvGrpSpPr/>
          <p:nvPr userDrawn="1"/>
        </p:nvGrpSpPr>
        <p:grpSpPr>
          <a:xfrm flipH="1">
            <a:off x="0" y="-3419"/>
            <a:ext cx="3927573" cy="3165022"/>
            <a:chOff x="9857014" y="13834"/>
            <a:chExt cx="2334986" cy="1881641"/>
          </a:xfrm>
        </p:grpSpPr>
        <p:sp>
          <p:nvSpPr>
            <p:cNvPr id="15" name="צורה חופשית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16" name="צורה חופשית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grpSp>
      <p:sp>
        <p:nvSpPr>
          <p:cNvPr id="22" name="צורה חופשית 21">
            <a:extLst>
              <a:ext uri="{FF2B5EF4-FFF2-40B4-BE49-F238E27FC236}">
                <a16:creationId xmlns:a16="http://schemas.microsoft.com/office/drawing/2014/main" id="{BC68F289-2744-2F48-893A-3F17911625C8}"/>
              </a:ext>
            </a:extLst>
          </p:cNvPr>
          <p:cNvSpPr/>
          <p:nvPr userDrawn="1"/>
        </p:nvSpPr>
        <p:spPr>
          <a:xfrm flipH="1">
            <a:off x="11024507"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28" name="צורה חופשית 27">
            <a:extLst>
              <a:ext uri="{FF2B5EF4-FFF2-40B4-BE49-F238E27FC236}">
                <a16:creationId xmlns:a16="http://schemas.microsoft.com/office/drawing/2014/main" id="{9E240E8A-950E-7946-826C-415CB5DACA43}"/>
              </a:ext>
            </a:extLst>
          </p:cNvPr>
          <p:cNvSpPr/>
          <p:nvPr userDrawn="1"/>
        </p:nvSpPr>
        <p:spPr>
          <a:xfrm flipH="1">
            <a:off x="0"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CD97974-B93C-4C96-B3F6-F69E3D6DE6CA}"/>
              </a:ext>
            </a:extLst>
          </p:cNvPr>
          <p:cNvSpPr>
            <a:spLocks noGrp="1"/>
          </p:cNvSpPr>
          <p:nvPr>
            <p:ph type="title"/>
          </p:nvPr>
        </p:nvSpPr>
        <p:spPr>
          <a:xfrm flipH="1">
            <a:off x="1245325" y="381000"/>
            <a:ext cx="9779183" cy="1325563"/>
          </a:xfrm>
        </p:spPr>
        <p:txBody>
          <a:bodyPr rtlCol="1" anchor="b">
            <a:noAutofit/>
          </a:bodyPr>
          <a:lstStyle>
            <a:lvl1pPr algn="r" rtl="1">
              <a:defRPr sz="4800" b="1">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כדי לערוך סגנון כותרת של תבנית בסיס</a:t>
            </a:r>
          </a:p>
        </p:txBody>
      </p:sp>
      <p:sp>
        <p:nvSpPr>
          <p:cNvPr id="3" name="מציין מיקום תוכן 2">
            <a:extLst>
              <a:ext uri="{FF2B5EF4-FFF2-40B4-BE49-F238E27FC236}">
                <a16:creationId xmlns:a16="http://schemas.microsoft.com/office/drawing/2014/main" id="{8A6FC6F2-80B4-49A7-9448-33FE2DF0E967}"/>
              </a:ext>
            </a:extLst>
          </p:cNvPr>
          <p:cNvSpPr>
            <a:spLocks noGrp="1"/>
          </p:cNvSpPr>
          <p:nvPr>
            <p:ph idx="1"/>
          </p:nvPr>
        </p:nvSpPr>
        <p:spPr>
          <a:xfrm flipH="1">
            <a:off x="1245325" y="2017467"/>
            <a:ext cx="9779182" cy="3366815"/>
          </a:xfrm>
        </p:spPr>
        <p:txBody>
          <a:bodyPr rtlCol="1">
            <a:noAutofit/>
          </a:bodyPr>
          <a:lstStyle>
            <a:lvl1pPr marL="0" indent="0" algn="r" rtl="1">
              <a:buNone/>
              <a:defRPr>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a:latin typeface="Tahoma" panose="020B0604030504040204" pitchFamily="34" charset="0"/>
                <a:ea typeface="Tahoma" panose="020B0604030504040204" pitchFamily="34" charset="0"/>
                <a:cs typeface="Tahoma" panose="020B0604030504040204" pitchFamily="34" charset="0"/>
              </a:defRPr>
            </a:lvl2pPr>
            <a:lvl3pPr marL="914400" indent="0" algn="r" rtl="1">
              <a:buNone/>
              <a:defRPr>
                <a:latin typeface="Tahoma" panose="020B0604030504040204" pitchFamily="34" charset="0"/>
                <a:ea typeface="Tahoma" panose="020B0604030504040204" pitchFamily="34" charset="0"/>
                <a:cs typeface="Tahoma" panose="020B0604030504040204" pitchFamily="34" charset="0"/>
              </a:defRPr>
            </a:lvl3pPr>
            <a:lvl4pPr marL="1371600" indent="0" algn="r" rtl="1">
              <a:buNone/>
              <a:defRPr>
                <a:latin typeface="Tahoma" panose="020B0604030504040204" pitchFamily="34" charset="0"/>
                <a:ea typeface="Tahoma" panose="020B0604030504040204" pitchFamily="34" charset="0"/>
                <a:cs typeface="Tahoma" panose="020B0604030504040204" pitchFamily="34" charset="0"/>
              </a:defRPr>
            </a:lvl4pPr>
            <a:lvl5pPr marL="1828800" indent="0" algn="r" rtl="1">
              <a:buNone/>
              <a:defRPr>
                <a:latin typeface="Tahoma" panose="020B0604030504040204" pitchFamily="34" charset="0"/>
                <a:ea typeface="Tahoma" panose="020B0604030504040204" pitchFamily="34" charset="0"/>
                <a:cs typeface="Tahoma" panose="020B0604030504040204" pitchFamily="34" charset="0"/>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4" name="צורה חופשית 3">
            <a:extLst>
              <a:ext uri="{FF2B5EF4-FFF2-40B4-BE49-F238E27FC236}">
                <a16:creationId xmlns:a16="http://schemas.microsoft.com/office/drawing/2014/main" id="{6A7F6A3F-E1DD-A246-9A6D-5F9B18BA2588}"/>
              </a:ext>
            </a:extLst>
          </p:cNvPr>
          <p:cNvSpPr/>
          <p:nvPr userDrawn="1"/>
        </p:nvSpPr>
        <p:spPr>
          <a:xfrm>
            <a:off x="0"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5" name="צורה חופשית 4">
            <a:extLst>
              <a:ext uri="{FF2B5EF4-FFF2-40B4-BE49-F238E27FC236}">
                <a16:creationId xmlns:a16="http://schemas.microsoft.com/office/drawing/2014/main" id="{055FD0FC-C8FF-6741-A364-A29CDC6F9495}"/>
              </a:ext>
            </a:extLst>
          </p:cNvPr>
          <p:cNvSpPr/>
          <p:nvPr userDrawn="1"/>
        </p:nvSpPr>
        <p:spPr>
          <a:xfrm>
            <a:off x="0"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6" name="צורה חופשית 5">
            <a:extLst>
              <a:ext uri="{FF2B5EF4-FFF2-40B4-BE49-F238E27FC236}">
                <a16:creationId xmlns:a16="http://schemas.microsoft.com/office/drawing/2014/main" id="{D11C9832-A021-954E-A34F-2988D1189AE9}"/>
              </a:ext>
            </a:extLst>
          </p:cNvPr>
          <p:cNvSpPr/>
          <p:nvPr userDrawn="1"/>
        </p:nvSpPr>
        <p:spPr>
          <a:xfrm flipH="1">
            <a:off x="11258143"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grpSp>
        <p:nvGrpSpPr>
          <p:cNvPr id="9" name="קבוצה 8">
            <a:extLst>
              <a:ext uri="{FF2B5EF4-FFF2-40B4-BE49-F238E27FC236}">
                <a16:creationId xmlns:a16="http://schemas.microsoft.com/office/drawing/2014/main" id="{9861BC34-DFBF-2D4F-B463-FCFBC08391FF}"/>
              </a:ext>
            </a:extLst>
          </p:cNvPr>
          <p:cNvGrpSpPr/>
          <p:nvPr userDrawn="1"/>
        </p:nvGrpSpPr>
        <p:grpSpPr>
          <a:xfrm flipH="1">
            <a:off x="2537528" y="5590903"/>
            <a:ext cx="1572380" cy="1267097"/>
            <a:chOff x="7413403" y="4976359"/>
            <a:chExt cx="2334986" cy="1881641"/>
          </a:xfrm>
        </p:grpSpPr>
        <p:sp>
          <p:nvSpPr>
            <p:cNvPr id="7" name="צורה חופשית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8" name="צורה חופשית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grpSp>
      <p:sp>
        <p:nvSpPr>
          <p:cNvPr id="10" name="מציין מיקום של תאריך 3">
            <a:extLst>
              <a:ext uri="{FF2B5EF4-FFF2-40B4-BE49-F238E27FC236}">
                <a16:creationId xmlns:a16="http://schemas.microsoft.com/office/drawing/2014/main" id="{7536C149-3EFE-A94E-902D-57CED00B2C0F}"/>
              </a:ext>
            </a:extLst>
          </p:cNvPr>
          <p:cNvSpPr>
            <a:spLocks noGrp="1"/>
          </p:cNvSpPr>
          <p:nvPr>
            <p:ph type="dt" sz="half" idx="2"/>
          </p:nvPr>
        </p:nvSpPr>
        <p:spPr>
          <a:xfrm flipH="1">
            <a:off x="9067800" y="6356350"/>
            <a:ext cx="2743200" cy="365125"/>
          </a:xfrm>
          <a:prstGeom prst="rect">
            <a:avLst/>
          </a:prstGeom>
        </p:spPr>
        <p:txBody>
          <a:bodyPr vert="horz" lIns="91440" tIns="45720" rIns="91440" bIns="45720" rtlCol="1" anchor="ctr">
            <a:noAutofit/>
          </a:bodyPr>
          <a:lstStyle>
            <a:lvl1pPr algn="r" rtl="1">
              <a:defRPr sz="1200">
                <a:solidFill>
                  <a:schemeClr val="accent3"/>
                </a:solidFill>
                <a:latin typeface="Tahoma" panose="020B0604030504040204" pitchFamily="34" charset="0"/>
                <a:ea typeface="Tahoma" panose="020B0604030504040204" pitchFamily="34" charset="0"/>
                <a:cs typeface="Tahoma" panose="020B0604030504040204" pitchFamily="34" charset="0"/>
              </a:defRPr>
            </a:lvl1pPr>
          </a:lstStyle>
          <a:p>
            <a:fld id="{C74235B0-0A34-4DC6-861B-A10B99D25C9A}" type="datetime1">
              <a:rPr lang="he-IL" noProof="0" smtClean="0">
                <a:latin typeface="Tahoma" panose="020B0604030504040204" pitchFamily="34" charset="0"/>
              </a:rPr>
              <a:t>כ"ו/שבט/תשפ"ד</a:t>
            </a:fld>
            <a:endParaRPr lang="he-IL" noProof="0">
              <a:latin typeface="Tahoma" panose="020B0604030504040204" pitchFamily="34" charset="0"/>
            </a:endParaRPr>
          </a:p>
        </p:txBody>
      </p:sp>
      <p:sp>
        <p:nvSpPr>
          <p:cNvPr id="11" name="מציין מיקום של כותרת תחתונה 4">
            <a:extLst>
              <a:ext uri="{FF2B5EF4-FFF2-40B4-BE49-F238E27FC236}">
                <a16:creationId xmlns:a16="http://schemas.microsoft.com/office/drawing/2014/main" id="{53CA1E78-F17D-F34D-9F81-0DBF44F37894}"/>
              </a:ext>
            </a:extLst>
          </p:cNvPr>
          <p:cNvSpPr>
            <a:spLocks noGrp="1"/>
          </p:cNvSpPr>
          <p:nvPr>
            <p:ph type="ftr" sz="quarter" idx="3"/>
          </p:nvPr>
        </p:nvSpPr>
        <p:spPr>
          <a:xfrm flipH="1">
            <a:off x="4038600" y="6356350"/>
            <a:ext cx="4114800" cy="365125"/>
          </a:xfrm>
          <a:prstGeom prst="rect">
            <a:avLst/>
          </a:prstGeom>
        </p:spPr>
        <p:txBody>
          <a:bodyPr vert="horz" lIns="91440" tIns="45720" rIns="91440" bIns="45720" rtlCol="1" anchor="ctr">
            <a:noAutofit/>
          </a:bodyPr>
          <a:lstStyle>
            <a:lvl1pPr algn="ctr" rtl="1">
              <a:defRPr sz="1200">
                <a:solidFill>
                  <a:schemeClr val="accent3"/>
                </a:solidFill>
                <a:latin typeface="Tahoma" panose="020B0604030504040204" pitchFamily="34" charset="0"/>
                <a:ea typeface="Tahoma" panose="020B0604030504040204" pitchFamily="34" charset="0"/>
                <a:cs typeface="Tahoma" panose="020B0604030504040204" pitchFamily="34" charset="0"/>
              </a:defRPr>
            </a:lvl1pPr>
          </a:lstStyle>
          <a:p>
            <a:r>
              <a:rPr lang="he-IL" noProof="0"/>
              <a:t>כותרת המצגת</a:t>
            </a:r>
            <a:endParaRPr lang="he-IL" noProof="0">
              <a:latin typeface="Tahoma" panose="020B0604030504040204" pitchFamily="34" charset="0"/>
            </a:endParaRPr>
          </a:p>
        </p:txBody>
      </p:sp>
      <p:sp>
        <p:nvSpPr>
          <p:cNvPr id="12" name="מציין מיקום של מספר שקופית 5">
            <a:extLst>
              <a:ext uri="{FF2B5EF4-FFF2-40B4-BE49-F238E27FC236}">
                <a16:creationId xmlns:a16="http://schemas.microsoft.com/office/drawing/2014/main" id="{1FE54918-A625-F64F-A42E-A427E9B2D489}"/>
              </a:ext>
            </a:extLst>
          </p:cNvPr>
          <p:cNvSpPr>
            <a:spLocks noGrp="1"/>
          </p:cNvSpPr>
          <p:nvPr>
            <p:ph type="sldNum" sz="quarter" idx="4"/>
          </p:nvPr>
        </p:nvSpPr>
        <p:spPr>
          <a:xfrm flipH="1">
            <a:off x="381001" y="6356350"/>
            <a:ext cx="1657723" cy="365125"/>
          </a:xfrm>
          <a:prstGeom prst="rect">
            <a:avLst/>
          </a:prstGeom>
        </p:spPr>
        <p:txBody>
          <a:bodyPr vert="horz" lIns="91440" tIns="45720" rIns="91440" bIns="45720" rtlCol="1" anchor="ctr">
            <a:noAutofit/>
          </a:bodyPr>
          <a:lstStyle>
            <a:lvl1pPr algn="l" rtl="1">
              <a:defRPr sz="1200">
                <a:solidFill>
                  <a:schemeClr val="accent2"/>
                </a:solidFill>
                <a:latin typeface="Tahoma" panose="020B0604030504040204" pitchFamily="34" charset="0"/>
                <a:ea typeface="Tahoma" panose="020B0604030504040204" pitchFamily="34" charset="0"/>
                <a:cs typeface="Tahoma" panose="020B0604030504040204" pitchFamily="34" charset="0"/>
              </a:defRPr>
            </a:lvl1pPr>
          </a:lstStyle>
          <a:p>
            <a:pPr algn="l"/>
            <a:fld id="{294A09A9-5501-47C1-A89A-A340965A2BE2}" type="slidenum">
              <a:rPr lang="he-IL" smtClean="0"/>
              <a:pPr/>
              <a:t>‹#›</a:t>
            </a:fld>
            <a:endParaRPr lang="he-IL"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כותרת מקטע עליונה">
    <p:bg>
      <p:bgPr>
        <a:solidFill>
          <a:schemeClr val="accent2"/>
        </a:solidFill>
        <a:effectLst/>
      </p:bgPr>
    </p:bg>
    <p:spTree>
      <p:nvGrpSpPr>
        <p:cNvPr id="1" name=""/>
        <p:cNvGrpSpPr/>
        <p:nvPr/>
      </p:nvGrpSpPr>
      <p:grpSpPr>
        <a:xfrm>
          <a:off x="0" y="0"/>
          <a:ext cx="0" cy="0"/>
          <a:chOff x="0" y="0"/>
          <a:chExt cx="0" cy="0"/>
        </a:xfrm>
      </p:grpSpPr>
      <p:sp>
        <p:nvSpPr>
          <p:cNvPr id="7" name="מלבן 6">
            <a:extLst>
              <a:ext uri="{FF2B5EF4-FFF2-40B4-BE49-F238E27FC236}">
                <a16:creationId xmlns:a16="http://schemas.microsoft.com/office/drawing/2014/main" id="{2A62587F-7496-384A-AF40-18FC8CF0709D}"/>
              </a:ext>
            </a:extLst>
          </p:cNvPr>
          <p:cNvSpPr/>
          <p:nvPr userDrawn="1"/>
        </p:nvSpPr>
        <p:spPr>
          <a:xfrm flipH="1">
            <a:off x="-16822"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12" name="צורה חופשית 11">
            <a:extLst>
              <a:ext uri="{FF2B5EF4-FFF2-40B4-BE49-F238E27FC236}">
                <a16:creationId xmlns:a16="http://schemas.microsoft.com/office/drawing/2014/main" id="{84DB028B-A475-224B-B675-A15A56CAD0BF}"/>
              </a:ext>
            </a:extLst>
          </p:cNvPr>
          <p:cNvSpPr/>
          <p:nvPr userDrawn="1"/>
        </p:nvSpPr>
        <p:spPr>
          <a:xfrm>
            <a:off x="-16822"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14" name="צורה חופשית 13">
            <a:extLst>
              <a:ext uri="{FF2B5EF4-FFF2-40B4-BE49-F238E27FC236}">
                <a16:creationId xmlns:a16="http://schemas.microsoft.com/office/drawing/2014/main" id="{61C34955-105B-4D4D-B51D-754C5D38A85D}"/>
              </a:ext>
            </a:extLst>
          </p:cNvPr>
          <p:cNvSpPr/>
          <p:nvPr userDrawn="1"/>
        </p:nvSpPr>
        <p:spPr>
          <a:xfrm flipH="1">
            <a:off x="11258143"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15" name="צורה חופשית 14">
            <a:extLst>
              <a:ext uri="{FF2B5EF4-FFF2-40B4-BE49-F238E27FC236}">
                <a16:creationId xmlns:a16="http://schemas.microsoft.com/office/drawing/2014/main" id="{2734DEB1-EC02-2E42-9292-4ADD115060A5}"/>
              </a:ext>
            </a:extLst>
          </p:cNvPr>
          <p:cNvSpPr/>
          <p:nvPr userDrawn="1"/>
        </p:nvSpPr>
        <p:spPr>
          <a:xfrm rot="16200000" flipV="1">
            <a:off x="-438099"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13" name="כותרת 1">
            <a:extLst>
              <a:ext uri="{FF2B5EF4-FFF2-40B4-BE49-F238E27FC236}">
                <a16:creationId xmlns:a16="http://schemas.microsoft.com/office/drawing/2014/main" id="{5E932F0D-7FC3-634B-932C-3625C16C8DE2}"/>
              </a:ext>
            </a:extLst>
          </p:cNvPr>
          <p:cNvSpPr>
            <a:spLocks noGrp="1"/>
          </p:cNvSpPr>
          <p:nvPr>
            <p:ph type="title"/>
          </p:nvPr>
        </p:nvSpPr>
        <p:spPr>
          <a:xfrm flipH="1">
            <a:off x="1245325" y="381000"/>
            <a:ext cx="9779183" cy="1325563"/>
          </a:xfrm>
        </p:spPr>
        <p:txBody>
          <a:bodyPr rtlCol="1" anchor="b">
            <a:noAutofit/>
          </a:bodyPr>
          <a:lstStyle>
            <a:lvl1pPr algn="r" rtl="1">
              <a:defRPr sz="4800" b="1">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כדי לערוך סגנון כותרת של תבנית בסיס</a:t>
            </a:r>
          </a:p>
        </p:txBody>
      </p:sp>
      <p:sp>
        <p:nvSpPr>
          <p:cNvPr id="3" name="מציין מיקום טקסט 2">
            <a:extLst>
              <a:ext uri="{FF2B5EF4-FFF2-40B4-BE49-F238E27FC236}">
                <a16:creationId xmlns:a16="http://schemas.microsoft.com/office/drawing/2014/main" id="{2E65DE34-CDB7-41F7-A95A-592B99558C69}"/>
              </a:ext>
            </a:extLst>
          </p:cNvPr>
          <p:cNvSpPr>
            <a:spLocks noGrp="1"/>
          </p:cNvSpPr>
          <p:nvPr>
            <p:ph type="body" idx="1"/>
          </p:nvPr>
        </p:nvSpPr>
        <p:spPr>
          <a:xfrm flipH="1">
            <a:off x="1245325" y="2653167"/>
            <a:ext cx="9779183" cy="3436483"/>
          </a:xfrm>
        </p:spPr>
        <p:txBody>
          <a:bodyPr rtlCol="1">
            <a:noAutofit/>
          </a:bodyPr>
          <a:lstStyle>
            <a:lvl1pPr marL="0" indent="0" algn="r" rtl="1">
              <a:lnSpc>
                <a:spcPct val="150000"/>
              </a:lnSpc>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sz="2000">
                <a:solidFill>
                  <a:schemeClr val="tx1">
                    <a:tint val="75000"/>
                  </a:schemeClr>
                </a:solidFill>
              </a:defRPr>
            </a:lvl2pPr>
            <a:lvl3pPr marL="914400" indent="0" algn="r" rtl="1">
              <a:buNone/>
              <a:defRPr sz="1800">
                <a:solidFill>
                  <a:schemeClr val="tx1">
                    <a:tint val="75000"/>
                  </a:schemeClr>
                </a:solidFill>
              </a:defRPr>
            </a:lvl3pPr>
            <a:lvl4pPr marL="1371600" indent="0" algn="r" rtl="1">
              <a:buNone/>
              <a:defRPr sz="1600">
                <a:solidFill>
                  <a:schemeClr val="tx1">
                    <a:tint val="75000"/>
                  </a:schemeClr>
                </a:solidFill>
              </a:defRPr>
            </a:lvl4pPr>
            <a:lvl5pPr marL="1828800" indent="0" algn="r" rtl="1">
              <a:buNone/>
              <a:defRPr sz="1600">
                <a:solidFill>
                  <a:schemeClr val="tx1">
                    <a:tint val="75000"/>
                  </a:schemeClr>
                </a:solidFill>
              </a:defRPr>
            </a:lvl5pPr>
            <a:lvl6pPr marL="2286000" indent="0" algn="r" rtl="1">
              <a:buNone/>
              <a:defRPr sz="1600">
                <a:solidFill>
                  <a:schemeClr val="tx1">
                    <a:tint val="75000"/>
                  </a:schemeClr>
                </a:solidFill>
              </a:defRPr>
            </a:lvl6pPr>
            <a:lvl7pPr marL="2743200" indent="0" algn="r" rtl="1">
              <a:buNone/>
              <a:defRPr sz="1600">
                <a:solidFill>
                  <a:schemeClr val="tx1">
                    <a:tint val="75000"/>
                  </a:schemeClr>
                </a:solidFill>
              </a:defRPr>
            </a:lvl7pPr>
            <a:lvl8pPr marL="3200400" indent="0" algn="r" rtl="1">
              <a:buNone/>
              <a:defRPr sz="1600">
                <a:solidFill>
                  <a:schemeClr val="tx1">
                    <a:tint val="75000"/>
                  </a:schemeClr>
                </a:solidFill>
              </a:defRPr>
            </a:lvl8pPr>
            <a:lvl9pPr marL="3657600" indent="0" algn="r" rtl="1">
              <a:buNone/>
              <a:defRPr sz="1600">
                <a:solidFill>
                  <a:schemeClr val="tx1">
                    <a:tint val="75000"/>
                  </a:schemeClr>
                </a:solidFill>
              </a:defRPr>
            </a:lvl9pPr>
          </a:lstStyle>
          <a:p>
            <a:pPr lvl="0" rtl="1"/>
            <a:r>
              <a:rPr lang="he-IL" noProof="0"/>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8E95D4F5-F69B-42F6-8A9D-330F696E144B}"/>
              </a:ext>
            </a:extLst>
          </p:cNvPr>
          <p:cNvSpPr>
            <a:spLocks noGrp="1"/>
          </p:cNvSpPr>
          <p:nvPr>
            <p:ph type="dt" sz="half" idx="10"/>
          </p:nvPr>
        </p:nvSpPr>
        <p:spPr>
          <a:xfrm flipH="1">
            <a:off x="9067800" y="6356350"/>
            <a:ext cx="2743200" cy="365125"/>
          </a:xfrm>
        </p:spPr>
        <p:txBody>
          <a:bodyPr rtlCol="1">
            <a:noAutofit/>
          </a:bodyPr>
          <a:lstStyle>
            <a:lvl1pPr algn="r" rtl="1">
              <a:defRPr>
                <a:solidFill>
                  <a:schemeClr val="accent2"/>
                </a:solidFill>
                <a:latin typeface="Tahoma" panose="020B0604030504040204" pitchFamily="34" charset="0"/>
                <a:ea typeface="Tahoma" panose="020B0604030504040204" pitchFamily="34" charset="0"/>
                <a:cs typeface="Tahoma" panose="020B0604030504040204" pitchFamily="34" charset="0"/>
              </a:defRPr>
            </a:lvl1pPr>
          </a:lstStyle>
          <a:p>
            <a:fld id="{4EA85F95-382E-478A-BCC2-37F467EAAF8C}" type="datetime1">
              <a:rPr lang="he-IL" noProof="0" smtClean="0">
                <a:latin typeface="Tahoma" panose="020B0604030504040204" pitchFamily="34" charset="0"/>
              </a:rPr>
              <a:t>כ"ו/שבט/תשפ"ד</a:t>
            </a:fld>
            <a:endParaRPr lang="he-IL" noProof="0">
              <a:latin typeface="Tahoma" panose="020B0604030504040204" pitchFamily="34" charset="0"/>
            </a:endParaRPr>
          </a:p>
        </p:txBody>
      </p:sp>
      <p:sp>
        <p:nvSpPr>
          <p:cNvPr id="5" name="מציין מיקום של כותרת תחתונה 4">
            <a:extLst>
              <a:ext uri="{FF2B5EF4-FFF2-40B4-BE49-F238E27FC236}">
                <a16:creationId xmlns:a16="http://schemas.microsoft.com/office/drawing/2014/main" id="{FA79A23A-2238-4904-8692-9F2DAE8B8FC9}"/>
              </a:ext>
            </a:extLst>
          </p:cNvPr>
          <p:cNvSpPr>
            <a:spLocks noGrp="1"/>
          </p:cNvSpPr>
          <p:nvPr>
            <p:ph type="ftr" sz="quarter" idx="11"/>
          </p:nvPr>
        </p:nvSpPr>
        <p:spPr>
          <a:xfrm flipH="1">
            <a:off x="4038600" y="6356350"/>
            <a:ext cx="4114800" cy="365125"/>
          </a:xfrm>
        </p:spPr>
        <p:txBody>
          <a:bodyPr rtlCol="1">
            <a:noAutofit/>
          </a:bodyPr>
          <a:lstStyle>
            <a:lvl1pPr algn="r" rtl="1">
              <a:defRPr>
                <a:solidFill>
                  <a:schemeClr val="accent2"/>
                </a:solidFill>
                <a:latin typeface="Tahoma" panose="020B0604030504040204" pitchFamily="34" charset="0"/>
                <a:ea typeface="Tahoma" panose="020B0604030504040204" pitchFamily="34" charset="0"/>
                <a:cs typeface="Tahoma" panose="020B0604030504040204" pitchFamily="34" charset="0"/>
              </a:defRPr>
            </a:lvl1pPr>
          </a:lstStyle>
          <a:p>
            <a:pPr algn="ctr"/>
            <a:r>
              <a:rPr lang="he-IL" dirty="0"/>
              <a:t>כותרת המצגת</a:t>
            </a:r>
          </a:p>
        </p:txBody>
      </p:sp>
      <p:sp>
        <p:nvSpPr>
          <p:cNvPr id="6" name="מציין מיקום של מספר שקופית 5">
            <a:extLst>
              <a:ext uri="{FF2B5EF4-FFF2-40B4-BE49-F238E27FC236}">
                <a16:creationId xmlns:a16="http://schemas.microsoft.com/office/drawing/2014/main" id="{DB69FC35-DDC8-45FB-8ACB-21C15F57C1F1}"/>
              </a:ext>
            </a:extLst>
          </p:cNvPr>
          <p:cNvSpPr>
            <a:spLocks noGrp="1"/>
          </p:cNvSpPr>
          <p:nvPr>
            <p:ph type="sldNum" sz="quarter" idx="12"/>
          </p:nvPr>
        </p:nvSpPr>
        <p:spPr>
          <a:xfrm flipH="1">
            <a:off x="381000" y="6356350"/>
            <a:ext cx="1604682" cy="365125"/>
          </a:xfrm>
        </p:spPr>
        <p:txBody>
          <a:bodyPr rtlCol="1">
            <a:noAutofit/>
          </a:bodyPr>
          <a:lstStyle>
            <a:lvl1pPr algn="l" rtl="1">
              <a:defRPr>
                <a:solidFill>
                  <a:schemeClr val="accent3"/>
                </a:solidFill>
                <a:latin typeface="Tahoma" panose="020B0604030504040204" pitchFamily="34" charset="0"/>
                <a:ea typeface="Tahoma" panose="020B0604030504040204" pitchFamily="34" charset="0"/>
                <a:cs typeface="Tahoma" panose="020B0604030504040204" pitchFamily="34" charset="0"/>
              </a:defRPr>
            </a:lvl1pPr>
          </a:lstStyle>
          <a:p>
            <a:pPr algn="l"/>
            <a:fld id="{294A09A9-5501-47C1-A89A-A340965A2BE2}" type="slidenum">
              <a:rPr lang="he-IL" smtClean="0"/>
              <a:pPr/>
              <a:t>‹#›</a:t>
            </a:fld>
            <a:endParaRPr lang="he-IL" dirty="0"/>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כותרת מקטע">
    <p:spTree>
      <p:nvGrpSpPr>
        <p:cNvPr id="1" name=""/>
        <p:cNvGrpSpPr/>
        <p:nvPr/>
      </p:nvGrpSpPr>
      <p:grpSpPr>
        <a:xfrm>
          <a:off x="0" y="0"/>
          <a:ext cx="0" cy="0"/>
          <a:chOff x="0" y="0"/>
          <a:chExt cx="0" cy="0"/>
        </a:xfrm>
      </p:grpSpPr>
      <p:sp>
        <p:nvSpPr>
          <p:cNvPr id="23" name="צורה חופשית 22">
            <a:extLst>
              <a:ext uri="{FF2B5EF4-FFF2-40B4-BE49-F238E27FC236}">
                <a16:creationId xmlns:a16="http://schemas.microsoft.com/office/drawing/2014/main" id="{067EACEC-C2DD-EA42-8504-176673AD1F20}"/>
              </a:ext>
            </a:extLst>
          </p:cNvPr>
          <p:cNvSpPr/>
          <p:nvPr userDrawn="1"/>
        </p:nvSpPr>
        <p:spPr>
          <a:xfrm flipH="1">
            <a:off x="416651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2" name="כותרת 1">
            <a:extLst>
              <a:ext uri="{FF2B5EF4-FFF2-40B4-BE49-F238E27FC236}">
                <a16:creationId xmlns:a16="http://schemas.microsoft.com/office/drawing/2014/main" id="{494248F2-5264-4601-AA0B-6C092F77F2DD}"/>
              </a:ext>
            </a:extLst>
          </p:cNvPr>
          <p:cNvSpPr>
            <a:spLocks noGrp="1"/>
          </p:cNvSpPr>
          <p:nvPr>
            <p:ph type="ctrTitle"/>
          </p:nvPr>
        </p:nvSpPr>
        <p:spPr>
          <a:xfrm flipH="1">
            <a:off x="4778594" y="1059400"/>
            <a:ext cx="6245912" cy="2387600"/>
          </a:xfrm>
        </p:spPr>
        <p:txBody>
          <a:bodyPr rtlCol="1" anchor="b">
            <a:noAutofit/>
          </a:bodyPr>
          <a:lstStyle>
            <a:lvl1pPr algn="r" rtl="1">
              <a:defRPr sz="6000" b="1">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כדי לערוך סגנון כותרת של תבנית בסיס</a:t>
            </a:r>
          </a:p>
        </p:txBody>
      </p:sp>
      <p:sp>
        <p:nvSpPr>
          <p:cNvPr id="3" name="כותרת משנה 2">
            <a:extLst>
              <a:ext uri="{FF2B5EF4-FFF2-40B4-BE49-F238E27FC236}">
                <a16:creationId xmlns:a16="http://schemas.microsoft.com/office/drawing/2014/main" id="{DCFB69D3-5632-4285-A209-9DCA67DA668C}"/>
              </a:ext>
            </a:extLst>
          </p:cNvPr>
          <p:cNvSpPr>
            <a:spLocks noGrp="1"/>
          </p:cNvSpPr>
          <p:nvPr>
            <p:ph type="subTitle" idx="1"/>
          </p:nvPr>
        </p:nvSpPr>
        <p:spPr>
          <a:xfrm flipH="1">
            <a:off x="4778594" y="3539075"/>
            <a:ext cx="6245912" cy="1406101"/>
          </a:xfrm>
        </p:spPr>
        <p:txBody>
          <a:bodyPr rtlCol="1">
            <a:noAutofit/>
          </a:bodyPr>
          <a:lstStyle>
            <a:lvl1pPr marL="0" indent="0" algn="r" rtl="1">
              <a:buNone/>
              <a:defRPr sz="320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indent="0" algn="ctr" rtl="1">
              <a:buNone/>
              <a:defRPr sz="2000"/>
            </a:lvl2pPr>
            <a:lvl3pPr marL="914400" indent="0" algn="ctr" rtl="1">
              <a:buNone/>
              <a:defRPr sz="1800"/>
            </a:lvl3pPr>
            <a:lvl4pPr marL="1371600" indent="0" algn="ctr" rtl="1">
              <a:buNone/>
              <a:defRPr sz="1600"/>
            </a:lvl4pPr>
            <a:lvl5pPr marL="1828800" indent="0" algn="ctr" rtl="1">
              <a:buNone/>
              <a:defRPr sz="1600"/>
            </a:lvl5pPr>
            <a:lvl6pPr marL="2286000" indent="0" algn="ctr" rtl="1">
              <a:buNone/>
              <a:defRPr sz="1600"/>
            </a:lvl6pPr>
            <a:lvl7pPr marL="2743200" indent="0" algn="ctr" rtl="1">
              <a:buNone/>
              <a:defRPr sz="1600"/>
            </a:lvl7pPr>
            <a:lvl8pPr marL="3200400" indent="0" algn="ctr" rtl="1">
              <a:buNone/>
              <a:defRPr sz="1600"/>
            </a:lvl8pPr>
            <a:lvl9pPr marL="3657600" indent="0" algn="ctr" rtl="1">
              <a:buNone/>
              <a:defRPr sz="1600"/>
            </a:lvl9pPr>
          </a:lstStyle>
          <a:p>
            <a:pPr rtl="1"/>
            <a:r>
              <a:rPr lang="he-IL" noProof="0"/>
              <a:t>לחץ כדי לערוך סגנון כותרת משנה של תבנית בסיס</a:t>
            </a:r>
          </a:p>
        </p:txBody>
      </p:sp>
      <p:grpSp>
        <p:nvGrpSpPr>
          <p:cNvPr id="6" name="קבוצה 5">
            <a:extLst>
              <a:ext uri="{FF2B5EF4-FFF2-40B4-BE49-F238E27FC236}">
                <a16:creationId xmlns:a16="http://schemas.microsoft.com/office/drawing/2014/main" id="{89843C7E-5704-7A46-8974-F3BFA42E7310}"/>
              </a:ext>
            </a:extLst>
          </p:cNvPr>
          <p:cNvGrpSpPr/>
          <p:nvPr userDrawn="1"/>
        </p:nvGrpSpPr>
        <p:grpSpPr>
          <a:xfrm rot="5400000" flipH="1">
            <a:off x="873121" y="2207195"/>
            <a:ext cx="3032351" cy="2443610"/>
            <a:chOff x="9857014" y="13834"/>
            <a:chExt cx="2334986" cy="1881641"/>
          </a:xfrm>
        </p:grpSpPr>
        <p:sp>
          <p:nvSpPr>
            <p:cNvPr id="15" name="צורה חופשית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16" name="צורה חופשית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grpSp>
      <p:sp>
        <p:nvSpPr>
          <p:cNvPr id="17" name="צורה חופשית 16">
            <a:extLst>
              <a:ext uri="{FF2B5EF4-FFF2-40B4-BE49-F238E27FC236}">
                <a16:creationId xmlns:a16="http://schemas.microsoft.com/office/drawing/2014/main" id="{0B179973-08D2-EF40-B516-35E75E906394}"/>
              </a:ext>
            </a:extLst>
          </p:cNvPr>
          <p:cNvSpPr/>
          <p:nvPr userDrawn="1"/>
        </p:nvSpPr>
        <p:spPr>
          <a:xfrm>
            <a:off x="0"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18" name="צורה חופשית 17">
            <a:extLst>
              <a:ext uri="{FF2B5EF4-FFF2-40B4-BE49-F238E27FC236}">
                <a16:creationId xmlns:a16="http://schemas.microsoft.com/office/drawing/2014/main" id="{6C811FF3-E48A-194D-8022-65F8C3A17449}"/>
              </a:ext>
            </a:extLst>
          </p:cNvPr>
          <p:cNvSpPr/>
          <p:nvPr userDrawn="1"/>
        </p:nvSpPr>
        <p:spPr>
          <a:xfrm>
            <a:off x="0"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986529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גרף">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CD97974-B93C-4C96-B3F6-F69E3D6DE6CA}"/>
              </a:ext>
            </a:extLst>
          </p:cNvPr>
          <p:cNvSpPr>
            <a:spLocks noGrp="1"/>
          </p:cNvSpPr>
          <p:nvPr>
            <p:ph type="title"/>
          </p:nvPr>
        </p:nvSpPr>
        <p:spPr>
          <a:xfrm flipH="1">
            <a:off x="1245325" y="381000"/>
            <a:ext cx="9779183" cy="1325563"/>
          </a:xfrm>
        </p:spPr>
        <p:txBody>
          <a:bodyPr rtlCol="1" anchor="b">
            <a:noAutofit/>
          </a:bodyPr>
          <a:lstStyle>
            <a:lvl1pPr algn="r" rtl="1">
              <a:defRPr sz="4800" b="1">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כדי לערוך סגנון כותרת של תבנית בסיס</a:t>
            </a:r>
          </a:p>
        </p:txBody>
      </p:sp>
      <p:sp>
        <p:nvSpPr>
          <p:cNvPr id="3" name="מציין מיקום תוכן 2">
            <a:extLst>
              <a:ext uri="{FF2B5EF4-FFF2-40B4-BE49-F238E27FC236}">
                <a16:creationId xmlns:a16="http://schemas.microsoft.com/office/drawing/2014/main" id="{8A6FC6F2-80B4-49A7-9448-33FE2DF0E967}"/>
              </a:ext>
            </a:extLst>
          </p:cNvPr>
          <p:cNvSpPr>
            <a:spLocks noGrp="1"/>
          </p:cNvSpPr>
          <p:nvPr>
            <p:ph idx="1"/>
          </p:nvPr>
        </p:nvSpPr>
        <p:spPr>
          <a:xfrm flipH="1">
            <a:off x="1245325" y="2087561"/>
            <a:ext cx="9779182" cy="3366815"/>
          </a:xfrm>
        </p:spPr>
        <p:txBody>
          <a:bodyPr rtlCol="1">
            <a:noAutofit/>
          </a:bodyPr>
          <a:lstStyle>
            <a:lvl1pPr marL="0" indent="0" algn="r" rtl="1">
              <a:buNone/>
              <a:defRPr>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a:latin typeface="Tahoma" panose="020B0604030504040204" pitchFamily="34" charset="0"/>
                <a:ea typeface="Tahoma" panose="020B0604030504040204" pitchFamily="34" charset="0"/>
                <a:cs typeface="Tahoma" panose="020B0604030504040204" pitchFamily="34" charset="0"/>
              </a:defRPr>
            </a:lvl2pPr>
            <a:lvl3pPr marL="914400" indent="0" algn="r" rtl="1">
              <a:buNone/>
              <a:defRPr>
                <a:latin typeface="Tahoma" panose="020B0604030504040204" pitchFamily="34" charset="0"/>
                <a:ea typeface="Tahoma" panose="020B0604030504040204" pitchFamily="34" charset="0"/>
                <a:cs typeface="Tahoma" panose="020B0604030504040204" pitchFamily="34" charset="0"/>
              </a:defRPr>
            </a:lvl3pPr>
            <a:lvl4pPr marL="1371600" indent="0" algn="r" rtl="1">
              <a:buNone/>
              <a:defRPr>
                <a:latin typeface="Tahoma" panose="020B0604030504040204" pitchFamily="34" charset="0"/>
                <a:ea typeface="Tahoma" panose="020B0604030504040204" pitchFamily="34" charset="0"/>
                <a:cs typeface="Tahoma" panose="020B0604030504040204" pitchFamily="34" charset="0"/>
              </a:defRPr>
            </a:lvl4pPr>
            <a:lvl5pPr marL="1828800" indent="0" algn="r" rtl="1">
              <a:buNone/>
              <a:defRPr>
                <a:latin typeface="Tahoma" panose="020B0604030504040204" pitchFamily="34" charset="0"/>
                <a:ea typeface="Tahoma" panose="020B0604030504040204" pitchFamily="34" charset="0"/>
                <a:cs typeface="Tahoma" panose="020B0604030504040204" pitchFamily="34" charset="0"/>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4" name="צורה חופשית 3">
            <a:extLst>
              <a:ext uri="{FF2B5EF4-FFF2-40B4-BE49-F238E27FC236}">
                <a16:creationId xmlns:a16="http://schemas.microsoft.com/office/drawing/2014/main" id="{6A7F6A3F-E1DD-A246-9A6D-5F9B18BA2588}"/>
              </a:ext>
            </a:extLst>
          </p:cNvPr>
          <p:cNvSpPr/>
          <p:nvPr userDrawn="1"/>
        </p:nvSpPr>
        <p:spPr>
          <a:xfrm>
            <a:off x="0"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5" name="צורה חופשית 4">
            <a:extLst>
              <a:ext uri="{FF2B5EF4-FFF2-40B4-BE49-F238E27FC236}">
                <a16:creationId xmlns:a16="http://schemas.microsoft.com/office/drawing/2014/main" id="{055FD0FC-C8FF-6741-A364-A29CDC6F9495}"/>
              </a:ext>
            </a:extLst>
          </p:cNvPr>
          <p:cNvSpPr/>
          <p:nvPr userDrawn="1"/>
        </p:nvSpPr>
        <p:spPr>
          <a:xfrm rot="16200000">
            <a:off x="8580895"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10" name="מציין מיקום של תאריך 3">
            <a:extLst>
              <a:ext uri="{FF2B5EF4-FFF2-40B4-BE49-F238E27FC236}">
                <a16:creationId xmlns:a16="http://schemas.microsoft.com/office/drawing/2014/main" id="{7536C149-3EFE-A94E-902D-57CED00B2C0F}"/>
              </a:ext>
            </a:extLst>
          </p:cNvPr>
          <p:cNvSpPr>
            <a:spLocks noGrp="1"/>
          </p:cNvSpPr>
          <p:nvPr>
            <p:ph type="dt" sz="half" idx="2"/>
          </p:nvPr>
        </p:nvSpPr>
        <p:spPr>
          <a:xfrm flipH="1">
            <a:off x="10109982" y="6356350"/>
            <a:ext cx="1701018" cy="365125"/>
          </a:xfrm>
          <a:prstGeom prst="rect">
            <a:avLst/>
          </a:prstGeom>
        </p:spPr>
        <p:txBody>
          <a:bodyPr vert="horz" lIns="91440" tIns="45720" rIns="91440" bIns="45720" rtlCol="1" anchor="ctr">
            <a:noAutofit/>
          </a:bodyPr>
          <a:lstStyle>
            <a:lvl1pPr algn="r" rtl="1">
              <a:defRPr sz="1200">
                <a:solidFill>
                  <a:schemeClr val="accent2"/>
                </a:solidFill>
                <a:latin typeface="Tahoma" panose="020B0604030504040204" pitchFamily="34" charset="0"/>
                <a:ea typeface="Tahoma" panose="020B0604030504040204" pitchFamily="34" charset="0"/>
                <a:cs typeface="Tahoma" panose="020B0604030504040204" pitchFamily="34" charset="0"/>
              </a:defRPr>
            </a:lvl1pPr>
          </a:lstStyle>
          <a:p>
            <a:fld id="{C3B2FE86-34C4-4806-ADCF-B4DFF72C9778}" type="datetime1">
              <a:rPr lang="he-IL" noProof="0" smtClean="0">
                <a:latin typeface="Tahoma" panose="020B0604030504040204" pitchFamily="34" charset="0"/>
              </a:rPr>
              <a:t>כ"ו/שבט/תשפ"ד</a:t>
            </a:fld>
            <a:endParaRPr lang="he-IL" noProof="0">
              <a:latin typeface="Tahoma" panose="020B0604030504040204" pitchFamily="34" charset="0"/>
            </a:endParaRPr>
          </a:p>
        </p:txBody>
      </p:sp>
      <p:sp>
        <p:nvSpPr>
          <p:cNvPr id="11" name="מציין מיקום של כותרת תחתונה 4">
            <a:extLst>
              <a:ext uri="{FF2B5EF4-FFF2-40B4-BE49-F238E27FC236}">
                <a16:creationId xmlns:a16="http://schemas.microsoft.com/office/drawing/2014/main" id="{53CA1E78-F17D-F34D-9F81-0DBF44F37894}"/>
              </a:ext>
            </a:extLst>
          </p:cNvPr>
          <p:cNvSpPr>
            <a:spLocks noGrp="1"/>
          </p:cNvSpPr>
          <p:nvPr>
            <p:ph type="ftr" sz="quarter" idx="3"/>
          </p:nvPr>
        </p:nvSpPr>
        <p:spPr>
          <a:xfrm flipH="1">
            <a:off x="4038600" y="6356350"/>
            <a:ext cx="4114800" cy="365125"/>
          </a:xfrm>
          <a:prstGeom prst="rect">
            <a:avLst/>
          </a:prstGeom>
        </p:spPr>
        <p:txBody>
          <a:bodyPr vert="horz" lIns="91440" tIns="45720" rIns="91440" bIns="45720" rtlCol="1" anchor="ctr">
            <a:noAutofit/>
          </a:bodyPr>
          <a:lstStyle>
            <a:lvl1pPr algn="ctr" rtl="1">
              <a:defRPr sz="1200">
                <a:solidFill>
                  <a:schemeClr val="accent3"/>
                </a:solidFill>
                <a:latin typeface="Tahoma" panose="020B0604030504040204" pitchFamily="34" charset="0"/>
                <a:ea typeface="Tahoma" panose="020B0604030504040204" pitchFamily="34" charset="0"/>
                <a:cs typeface="Tahoma" panose="020B0604030504040204" pitchFamily="34" charset="0"/>
              </a:defRPr>
            </a:lvl1pPr>
          </a:lstStyle>
          <a:p>
            <a:r>
              <a:rPr lang="he-IL" noProof="0"/>
              <a:t>כותרת המצגת</a:t>
            </a:r>
            <a:endParaRPr lang="he-IL" noProof="0">
              <a:latin typeface="Tahoma" panose="020B0604030504040204" pitchFamily="34" charset="0"/>
            </a:endParaRPr>
          </a:p>
        </p:txBody>
      </p:sp>
      <p:sp>
        <p:nvSpPr>
          <p:cNvPr id="12" name="מציין מיקום של מספר שקופית 5">
            <a:extLst>
              <a:ext uri="{FF2B5EF4-FFF2-40B4-BE49-F238E27FC236}">
                <a16:creationId xmlns:a16="http://schemas.microsoft.com/office/drawing/2014/main" id="{1FE54918-A625-F64F-A42E-A427E9B2D489}"/>
              </a:ext>
            </a:extLst>
          </p:cNvPr>
          <p:cNvSpPr>
            <a:spLocks noGrp="1"/>
          </p:cNvSpPr>
          <p:nvPr>
            <p:ph type="sldNum" sz="quarter" idx="4"/>
          </p:nvPr>
        </p:nvSpPr>
        <p:spPr>
          <a:xfrm flipH="1">
            <a:off x="381001" y="6356350"/>
            <a:ext cx="1657723" cy="365125"/>
          </a:xfrm>
          <a:prstGeom prst="rect">
            <a:avLst/>
          </a:prstGeom>
        </p:spPr>
        <p:txBody>
          <a:bodyPr vert="horz" lIns="91440" tIns="45720" rIns="91440" bIns="45720" rtlCol="1" anchor="ctr">
            <a:noAutofit/>
          </a:bodyPr>
          <a:lstStyle>
            <a:lvl1pPr algn="l" rtl="1">
              <a:defRPr sz="1200">
                <a:solidFill>
                  <a:schemeClr val="accent3"/>
                </a:solidFill>
                <a:latin typeface="Tahoma" panose="020B0604030504040204" pitchFamily="34" charset="0"/>
                <a:ea typeface="Tahoma" panose="020B0604030504040204" pitchFamily="34" charset="0"/>
                <a:cs typeface="Tahoma" panose="020B0604030504040204" pitchFamily="34" charset="0"/>
              </a:defRPr>
            </a:lvl1pPr>
          </a:lstStyle>
          <a:p>
            <a:pPr algn="l"/>
            <a:fld id="{294A09A9-5501-47C1-A89A-A340965A2BE2}" type="slidenum">
              <a:rPr lang="he-IL" smtClean="0"/>
              <a:pPr/>
              <a:t>‹#›</a:t>
            </a:fld>
            <a:endParaRPr lang="he-IL" dirty="0"/>
          </a:p>
        </p:txBody>
      </p:sp>
    </p:spTree>
    <p:extLst>
      <p:ext uri="{BB962C8B-B14F-4D97-AF65-F5344CB8AC3E}">
        <p14:creationId xmlns:p14="http://schemas.microsoft.com/office/powerpoint/2010/main" val="369781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תרשים 2">
    <p:bg>
      <p:bgPr>
        <a:solidFill>
          <a:schemeClr val="accent2"/>
        </a:solidFill>
        <a:effectLst/>
      </p:bgPr>
    </p:bg>
    <p:spTree>
      <p:nvGrpSpPr>
        <p:cNvPr id="1" name=""/>
        <p:cNvGrpSpPr/>
        <p:nvPr/>
      </p:nvGrpSpPr>
      <p:grpSpPr>
        <a:xfrm>
          <a:off x="0" y="0"/>
          <a:ext cx="0" cy="0"/>
          <a:chOff x="0" y="0"/>
          <a:chExt cx="0" cy="0"/>
        </a:xfrm>
      </p:grpSpPr>
      <p:grpSp>
        <p:nvGrpSpPr>
          <p:cNvPr id="9" name="קבוצה 8">
            <a:extLst>
              <a:ext uri="{FF2B5EF4-FFF2-40B4-BE49-F238E27FC236}">
                <a16:creationId xmlns:a16="http://schemas.microsoft.com/office/drawing/2014/main" id="{ABA2A58C-57B7-834C-8F5C-3299322411B1}"/>
              </a:ext>
            </a:extLst>
          </p:cNvPr>
          <p:cNvGrpSpPr/>
          <p:nvPr userDrawn="1"/>
        </p:nvGrpSpPr>
        <p:grpSpPr>
          <a:xfrm rot="5400000" flipH="1">
            <a:off x="-152642" y="152641"/>
            <a:ext cx="1572380" cy="1267097"/>
            <a:chOff x="7413403" y="4976359"/>
            <a:chExt cx="2334986" cy="1881641"/>
          </a:xfrm>
        </p:grpSpPr>
        <p:sp>
          <p:nvSpPr>
            <p:cNvPr id="13" name="צורה חופשית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14" name="צורה חופשית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grpSp>
      <p:sp>
        <p:nvSpPr>
          <p:cNvPr id="2" name="כותרת 1">
            <a:extLst>
              <a:ext uri="{FF2B5EF4-FFF2-40B4-BE49-F238E27FC236}">
                <a16:creationId xmlns:a16="http://schemas.microsoft.com/office/drawing/2014/main" id="{3CD97974-B93C-4C96-B3F6-F69E3D6DE6CA}"/>
              </a:ext>
            </a:extLst>
          </p:cNvPr>
          <p:cNvSpPr>
            <a:spLocks noGrp="1"/>
          </p:cNvSpPr>
          <p:nvPr>
            <p:ph type="title"/>
          </p:nvPr>
        </p:nvSpPr>
        <p:spPr>
          <a:xfrm flipH="1">
            <a:off x="1245325" y="381000"/>
            <a:ext cx="9779183" cy="1325563"/>
          </a:xfrm>
        </p:spPr>
        <p:txBody>
          <a:bodyPr rtlCol="1" anchor="b">
            <a:noAutofit/>
          </a:bodyPr>
          <a:lstStyle>
            <a:lvl1pPr algn="r" rtl="1">
              <a:defRPr sz="4800" b="1">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כדי לערוך סגנון כותרת של תבנית בסיס</a:t>
            </a:r>
          </a:p>
        </p:txBody>
      </p:sp>
      <p:sp>
        <p:nvSpPr>
          <p:cNvPr id="3" name="מציין מיקום תוכן 2">
            <a:extLst>
              <a:ext uri="{FF2B5EF4-FFF2-40B4-BE49-F238E27FC236}">
                <a16:creationId xmlns:a16="http://schemas.microsoft.com/office/drawing/2014/main" id="{8A6FC6F2-80B4-49A7-9448-33FE2DF0E967}"/>
              </a:ext>
            </a:extLst>
          </p:cNvPr>
          <p:cNvSpPr>
            <a:spLocks noGrp="1"/>
          </p:cNvSpPr>
          <p:nvPr>
            <p:ph idx="1"/>
          </p:nvPr>
        </p:nvSpPr>
        <p:spPr>
          <a:xfrm flipH="1">
            <a:off x="1245325" y="2087563"/>
            <a:ext cx="9779182" cy="3366813"/>
          </a:xfrm>
        </p:spPr>
        <p:txBody>
          <a:bodyPr rtlCol="1">
            <a:noAutofit/>
          </a:bodyPr>
          <a:lstStyle>
            <a:lvl1pPr marL="0" indent="0" algn="r" rtl="1">
              <a:buNone/>
              <a:defRPr>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a:latin typeface="Tahoma" panose="020B0604030504040204" pitchFamily="34" charset="0"/>
                <a:ea typeface="Tahoma" panose="020B0604030504040204" pitchFamily="34" charset="0"/>
                <a:cs typeface="Tahoma" panose="020B0604030504040204" pitchFamily="34" charset="0"/>
              </a:defRPr>
            </a:lvl2pPr>
            <a:lvl3pPr marL="914400" indent="0" algn="r" rtl="1">
              <a:buNone/>
              <a:defRPr>
                <a:latin typeface="Tahoma" panose="020B0604030504040204" pitchFamily="34" charset="0"/>
                <a:ea typeface="Tahoma" panose="020B0604030504040204" pitchFamily="34" charset="0"/>
                <a:cs typeface="Tahoma" panose="020B0604030504040204" pitchFamily="34" charset="0"/>
              </a:defRPr>
            </a:lvl3pPr>
            <a:lvl4pPr marL="1371600" indent="0" algn="r" rtl="1">
              <a:buNone/>
              <a:defRPr>
                <a:latin typeface="Tahoma" panose="020B0604030504040204" pitchFamily="34" charset="0"/>
                <a:ea typeface="Tahoma" panose="020B0604030504040204" pitchFamily="34" charset="0"/>
                <a:cs typeface="Tahoma" panose="020B0604030504040204" pitchFamily="34" charset="0"/>
              </a:defRPr>
            </a:lvl4pPr>
            <a:lvl5pPr marL="1828800" indent="0" algn="r" rtl="1">
              <a:buNone/>
              <a:defRPr>
                <a:latin typeface="Tahoma" panose="020B0604030504040204" pitchFamily="34" charset="0"/>
                <a:ea typeface="Tahoma" panose="020B0604030504040204" pitchFamily="34" charset="0"/>
                <a:cs typeface="Tahoma" panose="020B0604030504040204" pitchFamily="34" charset="0"/>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10" name="מציין מיקום של תאריך 3">
            <a:extLst>
              <a:ext uri="{FF2B5EF4-FFF2-40B4-BE49-F238E27FC236}">
                <a16:creationId xmlns:a16="http://schemas.microsoft.com/office/drawing/2014/main" id="{7536C149-3EFE-A94E-902D-57CED00B2C0F}"/>
              </a:ext>
            </a:extLst>
          </p:cNvPr>
          <p:cNvSpPr>
            <a:spLocks noGrp="1"/>
          </p:cNvSpPr>
          <p:nvPr>
            <p:ph type="dt" sz="half" idx="2"/>
          </p:nvPr>
        </p:nvSpPr>
        <p:spPr>
          <a:xfrm flipH="1">
            <a:off x="10109982" y="6356350"/>
            <a:ext cx="1701018" cy="365125"/>
          </a:xfrm>
          <a:prstGeom prst="rect">
            <a:avLst/>
          </a:prstGeom>
        </p:spPr>
        <p:txBody>
          <a:bodyPr vert="horz" lIns="91440" tIns="45720" rIns="91440" bIns="45720" rtlCol="1" anchor="ctr">
            <a:noAutofit/>
          </a:bodyPr>
          <a:lstStyle>
            <a:lvl1pPr algn="r" rtl="1">
              <a:defRPr sz="1200">
                <a:solidFill>
                  <a:schemeClr val="accent3"/>
                </a:solidFill>
                <a:latin typeface="Tahoma" panose="020B0604030504040204" pitchFamily="34" charset="0"/>
                <a:ea typeface="Tahoma" panose="020B0604030504040204" pitchFamily="34" charset="0"/>
                <a:cs typeface="Tahoma" panose="020B0604030504040204" pitchFamily="34" charset="0"/>
              </a:defRPr>
            </a:lvl1pPr>
          </a:lstStyle>
          <a:p>
            <a:fld id="{2426F49D-50D0-406D-932E-5C5DC7820C0A}" type="datetime1">
              <a:rPr lang="he-IL" noProof="0" smtClean="0">
                <a:latin typeface="Tahoma" panose="020B0604030504040204" pitchFamily="34" charset="0"/>
              </a:rPr>
              <a:t>כ"ו/שבט/תשפ"ד</a:t>
            </a:fld>
            <a:endParaRPr lang="he-IL" noProof="0">
              <a:latin typeface="Tahoma" panose="020B0604030504040204" pitchFamily="34" charset="0"/>
            </a:endParaRPr>
          </a:p>
        </p:txBody>
      </p:sp>
      <p:sp>
        <p:nvSpPr>
          <p:cNvPr id="11" name="מציין מיקום של כותרת תחתונה 4">
            <a:extLst>
              <a:ext uri="{FF2B5EF4-FFF2-40B4-BE49-F238E27FC236}">
                <a16:creationId xmlns:a16="http://schemas.microsoft.com/office/drawing/2014/main" id="{53CA1E78-F17D-F34D-9F81-0DBF44F37894}"/>
              </a:ext>
            </a:extLst>
          </p:cNvPr>
          <p:cNvSpPr>
            <a:spLocks noGrp="1"/>
          </p:cNvSpPr>
          <p:nvPr>
            <p:ph type="ftr" sz="quarter" idx="3"/>
          </p:nvPr>
        </p:nvSpPr>
        <p:spPr>
          <a:xfrm flipH="1">
            <a:off x="4038600" y="6356350"/>
            <a:ext cx="4114800" cy="365125"/>
          </a:xfrm>
          <a:prstGeom prst="rect">
            <a:avLst/>
          </a:prstGeom>
        </p:spPr>
        <p:txBody>
          <a:bodyPr vert="horz" lIns="91440" tIns="45720" rIns="91440" bIns="45720" rtlCol="1" anchor="ctr">
            <a:noAutofit/>
          </a:bodyPr>
          <a:lstStyle>
            <a:lvl1pPr algn="ctr" rtl="1">
              <a:defRPr sz="1200">
                <a:solidFill>
                  <a:schemeClr val="accent3"/>
                </a:solidFill>
                <a:latin typeface="Tahoma" panose="020B0604030504040204" pitchFamily="34" charset="0"/>
                <a:ea typeface="Tahoma" panose="020B0604030504040204" pitchFamily="34" charset="0"/>
                <a:cs typeface="Tahoma" panose="020B0604030504040204" pitchFamily="34" charset="0"/>
              </a:defRPr>
            </a:lvl1pPr>
          </a:lstStyle>
          <a:p>
            <a:r>
              <a:rPr lang="he-IL" noProof="0"/>
              <a:t>כותרת המצגת</a:t>
            </a:r>
            <a:endParaRPr lang="he-IL" noProof="0">
              <a:latin typeface="Tahoma" panose="020B0604030504040204" pitchFamily="34" charset="0"/>
            </a:endParaRPr>
          </a:p>
        </p:txBody>
      </p:sp>
      <p:sp>
        <p:nvSpPr>
          <p:cNvPr id="12" name="מציין מיקום של מספר שקופית 5">
            <a:extLst>
              <a:ext uri="{FF2B5EF4-FFF2-40B4-BE49-F238E27FC236}">
                <a16:creationId xmlns:a16="http://schemas.microsoft.com/office/drawing/2014/main" id="{1FE54918-A625-F64F-A42E-A427E9B2D489}"/>
              </a:ext>
            </a:extLst>
          </p:cNvPr>
          <p:cNvSpPr>
            <a:spLocks noGrp="1"/>
          </p:cNvSpPr>
          <p:nvPr>
            <p:ph type="sldNum" sz="quarter" idx="4"/>
          </p:nvPr>
        </p:nvSpPr>
        <p:spPr>
          <a:xfrm flipH="1">
            <a:off x="381001" y="6356350"/>
            <a:ext cx="1657723" cy="365125"/>
          </a:xfrm>
          <a:prstGeom prst="rect">
            <a:avLst/>
          </a:prstGeom>
        </p:spPr>
        <p:txBody>
          <a:bodyPr vert="horz" lIns="91440" tIns="45720" rIns="91440" bIns="45720" rtlCol="1" anchor="ctr">
            <a:noAutofit/>
          </a:bodyPr>
          <a:lstStyle>
            <a:lvl1pPr algn="r" rtl="1">
              <a:defRPr sz="1200">
                <a:solidFill>
                  <a:schemeClr val="accent3"/>
                </a:solidFill>
                <a:latin typeface="Tahoma" panose="020B0604030504040204" pitchFamily="34" charset="0"/>
                <a:ea typeface="Tahoma" panose="020B0604030504040204" pitchFamily="34" charset="0"/>
                <a:cs typeface="Tahoma" panose="020B0604030504040204" pitchFamily="34" charset="0"/>
              </a:defRPr>
            </a:lvl1pPr>
          </a:lstStyle>
          <a:p>
            <a:pPr algn="l"/>
            <a:fld id="{294A09A9-5501-47C1-A89A-A340965A2BE2}" type="slidenum">
              <a:rPr lang="he-IL" smtClean="0"/>
              <a:pPr algn="l"/>
              <a:t>‹#›</a:t>
            </a:fld>
            <a:endParaRPr lang="he-IL" dirty="0"/>
          </a:p>
        </p:txBody>
      </p:sp>
    </p:spTree>
    <p:extLst>
      <p:ext uri="{BB962C8B-B14F-4D97-AF65-F5344CB8AC3E}">
        <p14:creationId xmlns:p14="http://schemas.microsoft.com/office/powerpoint/2010/main" val="3190945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ציטוט">
    <p:bg>
      <p:bgPr>
        <a:solidFill>
          <a:schemeClr val="accent1"/>
        </a:solidFill>
        <a:effectLst/>
      </p:bgPr>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0B5ED18-7A07-47F1-8056-CD86B076AFE2}"/>
              </a:ext>
            </a:extLst>
          </p:cNvPr>
          <p:cNvSpPr>
            <a:spLocks noGrp="1"/>
          </p:cNvSpPr>
          <p:nvPr>
            <p:ph type="title"/>
          </p:nvPr>
        </p:nvSpPr>
        <p:spPr>
          <a:xfrm flipH="1">
            <a:off x="1798721" y="1684338"/>
            <a:ext cx="8594558" cy="2810460"/>
          </a:xfrm>
        </p:spPr>
        <p:txBody>
          <a:bodyPr rtlCol="1">
            <a:noAutofit/>
          </a:bodyPr>
          <a:lstStyle>
            <a:lvl1pPr algn="ctr" rtl="1">
              <a:lnSpc>
                <a:spcPct val="100000"/>
              </a:lnSpc>
              <a:defRPr sz="460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כדי לערוך סגנון כותרת של תבנית בסיס</a:t>
            </a:r>
          </a:p>
        </p:txBody>
      </p:sp>
      <p:sp>
        <p:nvSpPr>
          <p:cNvPr id="8" name="מציין מיקום טקסט 7">
            <a:extLst>
              <a:ext uri="{FF2B5EF4-FFF2-40B4-BE49-F238E27FC236}">
                <a16:creationId xmlns:a16="http://schemas.microsoft.com/office/drawing/2014/main" id="{4C91C146-F9A8-9A4C-9508-8590923B8D9A}"/>
              </a:ext>
            </a:extLst>
          </p:cNvPr>
          <p:cNvSpPr>
            <a:spLocks noGrp="1"/>
          </p:cNvSpPr>
          <p:nvPr>
            <p:ph type="body" sz="quarter" idx="13" hasCustomPrompt="1"/>
          </p:nvPr>
        </p:nvSpPr>
        <p:spPr>
          <a:xfrm flipH="1">
            <a:off x="10446703" y="519405"/>
            <a:ext cx="1364297" cy="1094521"/>
          </a:xfrm>
        </p:spPr>
        <p:txBody>
          <a:bodyPr rtlCol="1">
            <a:noAutofit/>
          </a:bodyPr>
          <a:lstStyle>
            <a:lvl1pPr marL="0" indent="0" algn="ctr" rtl="1">
              <a:buNone/>
              <a:defRPr sz="23900" b="1">
                <a:solidFill>
                  <a:schemeClr val="accent1">
                    <a:lumMod val="75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b="1">
                <a:solidFill>
                  <a:schemeClr val="bg1"/>
                </a:solidFill>
                <a:latin typeface="Tenorite" pitchFamily="2" charset="0"/>
              </a:defRPr>
            </a:lvl2pPr>
            <a:lvl3pPr marL="914400" indent="0" algn="r" rtl="1">
              <a:buNone/>
              <a:defRPr b="1">
                <a:solidFill>
                  <a:schemeClr val="bg1"/>
                </a:solidFill>
                <a:latin typeface="Tenorite" pitchFamily="2" charset="0"/>
              </a:defRPr>
            </a:lvl3pPr>
            <a:lvl4pPr marL="1371600" indent="0" algn="r" rtl="1">
              <a:buNone/>
              <a:defRPr b="1">
                <a:solidFill>
                  <a:schemeClr val="bg1"/>
                </a:solidFill>
                <a:latin typeface="Tenorite" pitchFamily="2" charset="0"/>
              </a:defRPr>
            </a:lvl4pPr>
            <a:lvl5pPr marL="1828800" indent="0" algn="r" rtl="1">
              <a:buNone/>
              <a:defRPr b="1">
                <a:solidFill>
                  <a:schemeClr val="bg1"/>
                </a:solidFill>
                <a:latin typeface="Tenorite" pitchFamily="2" charset="0"/>
              </a:defRPr>
            </a:lvl5pPr>
          </a:lstStyle>
          <a:p>
            <a:pPr lvl="0" rtl="1"/>
            <a:r>
              <a:rPr lang="he-IL" noProof="0"/>
              <a:t>"</a:t>
            </a:r>
          </a:p>
        </p:txBody>
      </p:sp>
      <p:sp>
        <p:nvSpPr>
          <p:cNvPr id="10" name="מציין מיקום טקסט 9">
            <a:extLst>
              <a:ext uri="{FF2B5EF4-FFF2-40B4-BE49-F238E27FC236}">
                <a16:creationId xmlns:a16="http://schemas.microsoft.com/office/drawing/2014/main" id="{322D6C2B-78AC-DD47-9289-067C968B06C1}"/>
              </a:ext>
            </a:extLst>
          </p:cNvPr>
          <p:cNvSpPr>
            <a:spLocks noGrp="1"/>
          </p:cNvSpPr>
          <p:nvPr>
            <p:ph type="body" sz="quarter" idx="14"/>
          </p:nvPr>
        </p:nvSpPr>
        <p:spPr>
          <a:xfrm flipH="1">
            <a:off x="1798637" y="4494213"/>
            <a:ext cx="3511550" cy="679450"/>
          </a:xfrm>
        </p:spPr>
        <p:txBody>
          <a:bodyPr rtlCol="1">
            <a:noAutofit/>
          </a:bodyPr>
          <a:lstStyle>
            <a:lvl1pPr marL="0" indent="0" algn="l" rtl="1">
              <a:buNone/>
              <a:defRPr sz="200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sz="1800">
                <a:solidFill>
                  <a:schemeClr val="bg1"/>
                </a:solidFill>
                <a:latin typeface="Tenorite" pitchFamily="2" charset="0"/>
              </a:defRPr>
            </a:lvl2pPr>
            <a:lvl3pPr marL="914400" indent="0" algn="r" rtl="1">
              <a:buNone/>
              <a:defRPr sz="1600">
                <a:solidFill>
                  <a:schemeClr val="bg1"/>
                </a:solidFill>
                <a:latin typeface="Tenorite" pitchFamily="2" charset="0"/>
              </a:defRPr>
            </a:lvl3pPr>
            <a:lvl4pPr marL="1371600" indent="0" algn="r" rtl="1">
              <a:buNone/>
              <a:defRPr sz="1400">
                <a:solidFill>
                  <a:schemeClr val="bg1"/>
                </a:solidFill>
                <a:latin typeface="Tenorite" pitchFamily="2" charset="0"/>
              </a:defRPr>
            </a:lvl4pPr>
            <a:lvl5pPr marL="1828800" indent="0" algn="r" rtl="1">
              <a:buNone/>
              <a:defRPr sz="1400">
                <a:solidFill>
                  <a:schemeClr val="bg1"/>
                </a:solidFill>
                <a:latin typeface="Tenorite" pitchFamily="2" charset="0"/>
              </a:defRPr>
            </a:lvl5pPr>
          </a:lstStyle>
          <a:p>
            <a:pPr lvl="0" rtl="1"/>
            <a:r>
              <a:rPr lang="he-IL" noProof="0"/>
              <a:t>לחץ כדי לערוך סגנונות טקסט של תבנית בסיס</a:t>
            </a:r>
          </a:p>
        </p:txBody>
      </p:sp>
      <p:sp>
        <p:nvSpPr>
          <p:cNvPr id="9" name="מציין מיקום טקסט 7">
            <a:extLst>
              <a:ext uri="{FF2B5EF4-FFF2-40B4-BE49-F238E27FC236}">
                <a16:creationId xmlns:a16="http://schemas.microsoft.com/office/drawing/2014/main" id="{612193CD-03AD-D74D-A5CD-747A9B53F49A}"/>
              </a:ext>
            </a:extLst>
          </p:cNvPr>
          <p:cNvSpPr>
            <a:spLocks noGrp="1"/>
          </p:cNvSpPr>
          <p:nvPr>
            <p:ph type="body" sz="quarter" idx="15" hasCustomPrompt="1"/>
          </p:nvPr>
        </p:nvSpPr>
        <p:spPr>
          <a:xfrm flipH="1">
            <a:off x="218599" y="3399692"/>
            <a:ext cx="1364297" cy="1094521"/>
          </a:xfrm>
        </p:spPr>
        <p:txBody>
          <a:bodyPr rtlCol="1">
            <a:noAutofit/>
          </a:bodyPr>
          <a:lstStyle>
            <a:lvl1pPr marL="0" indent="0" algn="ctr" rtl="1">
              <a:buNone/>
              <a:defRPr sz="23900" b="1">
                <a:solidFill>
                  <a:schemeClr val="accent1">
                    <a:lumMod val="75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b="1">
                <a:solidFill>
                  <a:schemeClr val="bg1"/>
                </a:solidFill>
                <a:latin typeface="Tenorite" pitchFamily="2" charset="0"/>
              </a:defRPr>
            </a:lvl2pPr>
            <a:lvl3pPr marL="914400" indent="0" algn="r" rtl="1">
              <a:buNone/>
              <a:defRPr b="1">
                <a:solidFill>
                  <a:schemeClr val="bg1"/>
                </a:solidFill>
                <a:latin typeface="Tenorite" pitchFamily="2" charset="0"/>
              </a:defRPr>
            </a:lvl3pPr>
            <a:lvl4pPr marL="1371600" indent="0" algn="r" rtl="1">
              <a:buNone/>
              <a:defRPr b="1">
                <a:solidFill>
                  <a:schemeClr val="bg1"/>
                </a:solidFill>
                <a:latin typeface="Tenorite" pitchFamily="2" charset="0"/>
              </a:defRPr>
            </a:lvl4pPr>
            <a:lvl5pPr marL="1828800" indent="0" algn="r" rtl="1">
              <a:buNone/>
              <a:defRPr b="1">
                <a:solidFill>
                  <a:schemeClr val="bg1"/>
                </a:solidFill>
                <a:latin typeface="Tenorite" pitchFamily="2" charset="0"/>
              </a:defRPr>
            </a:lvl5pPr>
          </a:lstStyle>
          <a:p>
            <a:pPr lvl="0" rtl="1"/>
            <a:r>
              <a:rPr lang="he-IL" noProof="0"/>
              <a:t>"</a:t>
            </a:r>
          </a:p>
        </p:txBody>
      </p:sp>
      <p:sp>
        <p:nvSpPr>
          <p:cNvPr id="3" name="מציין מיקום של תאריך 2">
            <a:extLst>
              <a:ext uri="{FF2B5EF4-FFF2-40B4-BE49-F238E27FC236}">
                <a16:creationId xmlns:a16="http://schemas.microsoft.com/office/drawing/2014/main" id="{A0C71211-4520-46A1-9487-4AE49C3239EF}"/>
              </a:ext>
            </a:extLst>
          </p:cNvPr>
          <p:cNvSpPr>
            <a:spLocks noGrp="1"/>
          </p:cNvSpPr>
          <p:nvPr>
            <p:ph type="dt" sz="half" idx="10"/>
          </p:nvPr>
        </p:nvSpPr>
        <p:spPr>
          <a:xfrm flipH="1">
            <a:off x="9067800" y="6356350"/>
            <a:ext cx="2743200" cy="365125"/>
          </a:xfrm>
        </p:spPr>
        <p:txBody>
          <a:bodyPr rtlCol="1">
            <a:noAutofit/>
          </a:bodyPr>
          <a:lstStyle>
            <a:lvl1pPr algn="r" rtl="1">
              <a:defRPr>
                <a:solidFill>
                  <a:schemeClr val="accent2"/>
                </a:solidFill>
                <a:latin typeface="Tahoma" panose="020B0604030504040204" pitchFamily="34" charset="0"/>
                <a:ea typeface="Tahoma" panose="020B0604030504040204" pitchFamily="34" charset="0"/>
                <a:cs typeface="Tahoma" panose="020B0604030504040204" pitchFamily="34" charset="0"/>
              </a:defRPr>
            </a:lvl1pPr>
          </a:lstStyle>
          <a:p>
            <a:fld id="{1E3C349F-D1CE-4B02-B3B6-F178A0265BB2}" type="datetime1">
              <a:rPr lang="he-IL" noProof="0" smtClean="0">
                <a:latin typeface="Tahoma" panose="020B0604030504040204" pitchFamily="34" charset="0"/>
              </a:rPr>
              <a:t>כ"ו/שבט/תשפ"ד</a:t>
            </a:fld>
            <a:endParaRPr lang="he-IL" noProof="0">
              <a:latin typeface="Tahoma" panose="020B0604030504040204" pitchFamily="34" charset="0"/>
            </a:endParaRPr>
          </a:p>
        </p:txBody>
      </p:sp>
      <p:sp>
        <p:nvSpPr>
          <p:cNvPr id="4" name="מציין מיקום של כותרת תחתונה 3">
            <a:extLst>
              <a:ext uri="{FF2B5EF4-FFF2-40B4-BE49-F238E27FC236}">
                <a16:creationId xmlns:a16="http://schemas.microsoft.com/office/drawing/2014/main" id="{96356206-85FD-45F5-A1F7-128DB34C860F}"/>
              </a:ext>
            </a:extLst>
          </p:cNvPr>
          <p:cNvSpPr>
            <a:spLocks noGrp="1"/>
          </p:cNvSpPr>
          <p:nvPr>
            <p:ph type="ftr" sz="quarter" idx="11"/>
          </p:nvPr>
        </p:nvSpPr>
        <p:spPr>
          <a:xfrm flipH="1">
            <a:off x="4038600" y="6356350"/>
            <a:ext cx="4114800" cy="365125"/>
          </a:xfrm>
        </p:spPr>
        <p:txBody>
          <a:bodyPr rtlCol="1">
            <a:noAutofit/>
          </a:bodyPr>
          <a:lstStyle>
            <a:lvl1pPr algn="r" rtl="1">
              <a:defRPr>
                <a:solidFill>
                  <a:schemeClr val="accent2"/>
                </a:solidFill>
                <a:latin typeface="Tahoma" panose="020B0604030504040204" pitchFamily="34" charset="0"/>
                <a:ea typeface="Tahoma" panose="020B0604030504040204" pitchFamily="34" charset="0"/>
                <a:cs typeface="Tahoma" panose="020B0604030504040204" pitchFamily="34" charset="0"/>
              </a:defRPr>
            </a:lvl1pPr>
          </a:lstStyle>
          <a:p>
            <a:pPr algn="ctr"/>
            <a:r>
              <a:rPr lang="he-IL" dirty="0"/>
              <a:t>כותרת המצגת</a:t>
            </a:r>
          </a:p>
        </p:txBody>
      </p:sp>
      <p:sp>
        <p:nvSpPr>
          <p:cNvPr id="5" name="מציין מיקום של מספר שקופית 4">
            <a:extLst>
              <a:ext uri="{FF2B5EF4-FFF2-40B4-BE49-F238E27FC236}">
                <a16:creationId xmlns:a16="http://schemas.microsoft.com/office/drawing/2014/main" id="{0203763F-C8CD-4BCB-9A0A-B10F000BC1DB}"/>
              </a:ext>
            </a:extLst>
          </p:cNvPr>
          <p:cNvSpPr>
            <a:spLocks noGrp="1"/>
          </p:cNvSpPr>
          <p:nvPr>
            <p:ph type="sldNum" sz="quarter" idx="12"/>
          </p:nvPr>
        </p:nvSpPr>
        <p:spPr>
          <a:xfrm flipH="1">
            <a:off x="381000" y="6356350"/>
            <a:ext cx="2743200" cy="365125"/>
          </a:xfrm>
        </p:spPr>
        <p:txBody>
          <a:bodyPr rtlCol="1">
            <a:noAutofit/>
          </a:bodyPr>
          <a:lstStyle>
            <a:lvl1pPr algn="l" rtl="1">
              <a:defRPr>
                <a:solidFill>
                  <a:schemeClr val="accent2"/>
                </a:solidFill>
                <a:latin typeface="Tahoma" panose="020B0604030504040204" pitchFamily="34" charset="0"/>
                <a:ea typeface="Tahoma" panose="020B0604030504040204" pitchFamily="34" charset="0"/>
                <a:cs typeface="Tahoma" panose="020B0604030504040204" pitchFamily="34" charset="0"/>
              </a:defRPr>
            </a:lvl1pPr>
          </a:lstStyle>
          <a:p>
            <a:pPr algn="l"/>
            <a:fld id="{294A09A9-5501-47C1-A89A-A340965A2BE2}" type="slidenum">
              <a:rPr lang="he-IL" smtClean="0"/>
              <a:pPr/>
              <a:t>‹#›</a:t>
            </a:fld>
            <a:endParaRPr lang="he-IL" dirty="0"/>
          </a:p>
        </p:txBody>
      </p:sp>
    </p:spTree>
    <p:extLst>
      <p:ext uri="{BB962C8B-B14F-4D97-AF65-F5344CB8AC3E}">
        <p14:creationId xmlns:p14="http://schemas.microsoft.com/office/powerpoint/2010/main" val="1476947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צוות">
    <p:spTree>
      <p:nvGrpSpPr>
        <p:cNvPr id="1" name=""/>
        <p:cNvGrpSpPr/>
        <p:nvPr/>
      </p:nvGrpSpPr>
      <p:grpSpPr>
        <a:xfrm>
          <a:off x="0" y="0"/>
          <a:ext cx="0" cy="0"/>
          <a:chOff x="0" y="0"/>
          <a:chExt cx="0" cy="0"/>
        </a:xfrm>
      </p:grpSpPr>
      <p:sp>
        <p:nvSpPr>
          <p:cNvPr id="30" name="מלבן 29">
            <a:extLst>
              <a:ext uri="{FF2B5EF4-FFF2-40B4-BE49-F238E27FC236}">
                <a16:creationId xmlns:a16="http://schemas.microsoft.com/office/drawing/2014/main" id="{28C225EC-F6EF-1144-834A-F0B91974AA41}"/>
              </a:ext>
            </a:extLst>
          </p:cNvPr>
          <p:cNvSpPr/>
          <p:nvPr userDrawn="1"/>
        </p:nvSpPr>
        <p:spPr>
          <a:xfrm flipH="1">
            <a:off x="2334988" y="-1664"/>
            <a:ext cx="9857012" cy="68596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31" name="כותרת 1">
            <a:extLst>
              <a:ext uri="{FF2B5EF4-FFF2-40B4-BE49-F238E27FC236}">
                <a16:creationId xmlns:a16="http://schemas.microsoft.com/office/drawing/2014/main" id="{1E40CEAF-B1BB-174E-A798-3BA60D9C0458}"/>
              </a:ext>
            </a:extLst>
          </p:cNvPr>
          <p:cNvSpPr>
            <a:spLocks noGrp="1"/>
          </p:cNvSpPr>
          <p:nvPr>
            <p:ph type="title"/>
          </p:nvPr>
        </p:nvSpPr>
        <p:spPr>
          <a:xfrm flipH="1">
            <a:off x="3039946" y="381000"/>
            <a:ext cx="8401624" cy="1325563"/>
          </a:xfrm>
        </p:spPr>
        <p:txBody>
          <a:bodyPr lIns="0" rtlCol="1" anchor="b">
            <a:noAutofit/>
          </a:bodyPr>
          <a:lstStyle>
            <a:lvl1pPr algn="r" rtl="1">
              <a:defRPr sz="4800" b="1">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כדי לערוך סגנון כותרת של תבנית בסיס</a:t>
            </a:r>
          </a:p>
        </p:txBody>
      </p:sp>
      <p:sp>
        <p:nvSpPr>
          <p:cNvPr id="6" name="מציין מיקום של תמונה 23">
            <a:extLst>
              <a:ext uri="{FF2B5EF4-FFF2-40B4-BE49-F238E27FC236}">
                <a16:creationId xmlns:a16="http://schemas.microsoft.com/office/drawing/2014/main" id="{5E48B363-63E8-4F17-842B-53AD935A6529}"/>
              </a:ext>
            </a:extLst>
          </p:cNvPr>
          <p:cNvSpPr>
            <a:spLocks noGrp="1"/>
          </p:cNvSpPr>
          <p:nvPr>
            <p:ph type="pic" sz="quarter" idx="13"/>
          </p:nvPr>
        </p:nvSpPr>
        <p:spPr>
          <a:xfrm flipH="1">
            <a:off x="10241197" y="2227758"/>
            <a:ext cx="1200374" cy="1201242"/>
          </a:xfrm>
        </p:spPr>
        <p:txBody>
          <a:bodyPr rtlCol="1">
            <a:noAutofit/>
          </a:bodyPr>
          <a:lstStyle>
            <a:lvl1pPr marL="0" indent="0" algn="r" rtl="1">
              <a:buNone/>
              <a:defRPr sz="14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על הסמל כדי להוסיף תמונה</a:t>
            </a:r>
          </a:p>
        </p:txBody>
      </p:sp>
      <p:sp>
        <p:nvSpPr>
          <p:cNvPr id="10" name="מציין מיקום טקסט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flipH="1">
            <a:off x="7787412" y="2426400"/>
            <a:ext cx="2281237" cy="347662"/>
          </a:xfrm>
        </p:spPr>
        <p:txBody>
          <a:bodyPr lIns="0" tIns="0" rIns="0" bIns="0" rtlCol="1" anchor="b" anchorCtr="0">
            <a:noAutofit/>
          </a:bodyPr>
          <a:lstStyle>
            <a:lvl1pPr marL="0" indent="0" algn="r" rtl="1">
              <a:lnSpc>
                <a:spcPct val="100000"/>
              </a:lnSpc>
              <a:spcBef>
                <a:spcPts val="0"/>
              </a:spcBef>
              <a:buNone/>
              <a:defRPr sz="1800" b="1"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שם</a:t>
            </a:r>
          </a:p>
        </p:txBody>
      </p:sp>
      <p:sp>
        <p:nvSpPr>
          <p:cNvPr id="11" name="מציין מיקום טקסט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flipH="1">
            <a:off x="7787413" y="2811646"/>
            <a:ext cx="2281237" cy="347662"/>
          </a:xfrm>
        </p:spPr>
        <p:txBody>
          <a:bodyPr lIns="0" tIns="0" rIns="0" bIns="0" rtlCol="1">
            <a:noAutofit/>
          </a:bodyPr>
          <a:lstStyle>
            <a:lvl1pPr marL="0" indent="0" algn="r" rtl="1">
              <a:lnSpc>
                <a:spcPct val="100000"/>
              </a:lnSpc>
              <a:spcBef>
                <a:spcPts val="0"/>
              </a:spcBef>
              <a:buNone/>
              <a:defRPr sz="1400" b="0"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תפקיד</a:t>
            </a:r>
          </a:p>
        </p:txBody>
      </p:sp>
      <p:sp>
        <p:nvSpPr>
          <p:cNvPr id="7" name="מציין מיקום של תמונה 23">
            <a:extLst>
              <a:ext uri="{FF2B5EF4-FFF2-40B4-BE49-F238E27FC236}">
                <a16:creationId xmlns:a16="http://schemas.microsoft.com/office/drawing/2014/main" id="{9ABA5222-6FD6-405B-8AC8-18022C36590F}"/>
              </a:ext>
            </a:extLst>
          </p:cNvPr>
          <p:cNvSpPr>
            <a:spLocks noGrp="1"/>
          </p:cNvSpPr>
          <p:nvPr>
            <p:ph type="pic" sz="quarter" idx="14"/>
          </p:nvPr>
        </p:nvSpPr>
        <p:spPr>
          <a:xfrm flipH="1">
            <a:off x="5495813" y="2227758"/>
            <a:ext cx="1200374" cy="1201242"/>
          </a:xfrm>
        </p:spPr>
        <p:txBody>
          <a:bodyPr rtlCol="1">
            <a:noAutofit/>
          </a:bodyPr>
          <a:lstStyle>
            <a:lvl1pPr marL="0" indent="0" algn="r" rtl="1">
              <a:buNone/>
              <a:defRPr sz="14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על הסמל כדי להוסיף תמונה</a:t>
            </a:r>
          </a:p>
        </p:txBody>
      </p:sp>
      <p:sp>
        <p:nvSpPr>
          <p:cNvPr id="12" name="מציין מיקום טקסט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flipH="1">
            <a:off x="3039946" y="2422565"/>
            <a:ext cx="2281237" cy="347662"/>
          </a:xfrm>
        </p:spPr>
        <p:txBody>
          <a:bodyPr lIns="0" tIns="0" rIns="0" bIns="0" rtlCol="1" anchor="b" anchorCtr="0">
            <a:noAutofit/>
          </a:bodyPr>
          <a:lstStyle>
            <a:lvl1pPr marL="0" indent="0" algn="r" rtl="1">
              <a:lnSpc>
                <a:spcPct val="100000"/>
              </a:lnSpc>
              <a:spcBef>
                <a:spcPts val="0"/>
              </a:spcBef>
              <a:buNone/>
              <a:defRPr sz="1800" b="1"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שם</a:t>
            </a:r>
          </a:p>
        </p:txBody>
      </p:sp>
      <p:sp>
        <p:nvSpPr>
          <p:cNvPr id="13" name="מציין מיקום טקסט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flipH="1">
            <a:off x="3039947" y="2807811"/>
            <a:ext cx="2281237" cy="347662"/>
          </a:xfrm>
        </p:spPr>
        <p:txBody>
          <a:bodyPr lIns="0" tIns="0" rIns="0" bIns="0" rtlCol="1">
            <a:noAutofit/>
          </a:bodyPr>
          <a:lstStyle>
            <a:lvl1pPr marL="0" indent="0" algn="r" rtl="1">
              <a:lnSpc>
                <a:spcPct val="100000"/>
              </a:lnSpc>
              <a:spcBef>
                <a:spcPts val="0"/>
              </a:spcBef>
              <a:buNone/>
              <a:defRPr sz="1400" b="0"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תפקיד</a:t>
            </a:r>
          </a:p>
        </p:txBody>
      </p:sp>
      <p:sp>
        <p:nvSpPr>
          <p:cNvPr id="8" name="מציין מיקום של תמונה 23">
            <a:extLst>
              <a:ext uri="{FF2B5EF4-FFF2-40B4-BE49-F238E27FC236}">
                <a16:creationId xmlns:a16="http://schemas.microsoft.com/office/drawing/2014/main" id="{124DE785-775F-4AE4-94B3-FA728188EBA5}"/>
              </a:ext>
            </a:extLst>
          </p:cNvPr>
          <p:cNvSpPr>
            <a:spLocks noGrp="1"/>
          </p:cNvSpPr>
          <p:nvPr>
            <p:ph type="pic" sz="quarter" idx="15"/>
          </p:nvPr>
        </p:nvSpPr>
        <p:spPr>
          <a:xfrm flipH="1">
            <a:off x="10241197" y="4254273"/>
            <a:ext cx="1200374" cy="1201242"/>
          </a:xfrm>
        </p:spPr>
        <p:txBody>
          <a:bodyPr rtlCol="1">
            <a:noAutofit/>
          </a:bodyPr>
          <a:lstStyle>
            <a:lvl1pPr marL="0" indent="0" algn="r" rtl="1">
              <a:buNone/>
              <a:defRPr sz="14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על הסמל כדי להוסיף תמונה</a:t>
            </a:r>
          </a:p>
        </p:txBody>
      </p:sp>
      <p:sp>
        <p:nvSpPr>
          <p:cNvPr id="14" name="מציין מיקום טקסט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flipH="1">
            <a:off x="7787412" y="4498793"/>
            <a:ext cx="2281237" cy="347662"/>
          </a:xfrm>
        </p:spPr>
        <p:txBody>
          <a:bodyPr lIns="0" tIns="0" rIns="0" bIns="0" rtlCol="1" anchor="b" anchorCtr="0">
            <a:noAutofit/>
          </a:bodyPr>
          <a:lstStyle>
            <a:lvl1pPr marL="0" indent="0" algn="r" rtl="1">
              <a:lnSpc>
                <a:spcPct val="100000"/>
              </a:lnSpc>
              <a:spcBef>
                <a:spcPts val="0"/>
              </a:spcBef>
              <a:buNone/>
              <a:defRPr sz="1800" b="1"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שם</a:t>
            </a:r>
          </a:p>
        </p:txBody>
      </p:sp>
      <p:sp>
        <p:nvSpPr>
          <p:cNvPr id="15" name="מציין מיקום טקסט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flipH="1">
            <a:off x="7787413" y="4884039"/>
            <a:ext cx="2281237" cy="347662"/>
          </a:xfrm>
        </p:spPr>
        <p:txBody>
          <a:bodyPr lIns="0" tIns="0" rIns="0" bIns="0" rtlCol="1">
            <a:noAutofit/>
          </a:bodyPr>
          <a:lstStyle>
            <a:lvl1pPr marL="0" indent="0" algn="r" rtl="1">
              <a:lnSpc>
                <a:spcPct val="100000"/>
              </a:lnSpc>
              <a:spcBef>
                <a:spcPts val="0"/>
              </a:spcBef>
              <a:buNone/>
              <a:defRPr sz="1400" b="0"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תפקיד</a:t>
            </a:r>
          </a:p>
        </p:txBody>
      </p:sp>
      <p:sp>
        <p:nvSpPr>
          <p:cNvPr id="9" name="מציין מיקום של תמונה 23">
            <a:extLst>
              <a:ext uri="{FF2B5EF4-FFF2-40B4-BE49-F238E27FC236}">
                <a16:creationId xmlns:a16="http://schemas.microsoft.com/office/drawing/2014/main" id="{F5694B35-7776-4DB9-9EB7-3AF076EC357D}"/>
              </a:ext>
            </a:extLst>
          </p:cNvPr>
          <p:cNvSpPr>
            <a:spLocks noGrp="1"/>
          </p:cNvSpPr>
          <p:nvPr>
            <p:ph type="pic" sz="quarter" idx="16"/>
          </p:nvPr>
        </p:nvSpPr>
        <p:spPr>
          <a:xfrm flipH="1">
            <a:off x="5495813" y="4254273"/>
            <a:ext cx="1200374" cy="1201242"/>
          </a:xfrm>
        </p:spPr>
        <p:txBody>
          <a:bodyPr rtlCol="1">
            <a:noAutofit/>
          </a:bodyPr>
          <a:lstStyle>
            <a:lvl1pPr marL="0" indent="0" algn="r" rtl="1">
              <a:buNone/>
              <a:defRPr sz="14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על הסמל כדי להוסיף תמונה</a:t>
            </a:r>
          </a:p>
        </p:txBody>
      </p:sp>
      <p:sp>
        <p:nvSpPr>
          <p:cNvPr id="16" name="מציין מיקום טקסט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flipH="1">
            <a:off x="3039946" y="4498793"/>
            <a:ext cx="2281237" cy="347662"/>
          </a:xfrm>
        </p:spPr>
        <p:txBody>
          <a:bodyPr lIns="0" tIns="0" rIns="0" bIns="0" rtlCol="1" anchor="b" anchorCtr="0">
            <a:noAutofit/>
          </a:bodyPr>
          <a:lstStyle>
            <a:lvl1pPr marL="0" indent="0" algn="r" rtl="1">
              <a:lnSpc>
                <a:spcPct val="100000"/>
              </a:lnSpc>
              <a:spcBef>
                <a:spcPts val="0"/>
              </a:spcBef>
              <a:buNone/>
              <a:defRPr sz="1800" b="1"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שם</a:t>
            </a:r>
          </a:p>
        </p:txBody>
      </p:sp>
      <p:sp>
        <p:nvSpPr>
          <p:cNvPr id="17" name="מציין מיקום טקסט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flipH="1">
            <a:off x="3039947" y="4884039"/>
            <a:ext cx="2281237" cy="347662"/>
          </a:xfrm>
        </p:spPr>
        <p:txBody>
          <a:bodyPr lIns="0" tIns="0" rIns="0" bIns="0" rtlCol="1">
            <a:noAutofit/>
          </a:bodyPr>
          <a:lstStyle>
            <a:lvl1pPr marL="0" indent="0" algn="r" rtl="1">
              <a:lnSpc>
                <a:spcPct val="100000"/>
              </a:lnSpc>
              <a:spcBef>
                <a:spcPts val="0"/>
              </a:spcBef>
              <a:buNone/>
              <a:defRPr sz="1400" b="0"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תפקיד</a:t>
            </a:r>
          </a:p>
        </p:txBody>
      </p:sp>
      <p:sp>
        <p:nvSpPr>
          <p:cNvPr id="3" name="מציין מיקום של תאריך 2">
            <a:extLst>
              <a:ext uri="{FF2B5EF4-FFF2-40B4-BE49-F238E27FC236}">
                <a16:creationId xmlns:a16="http://schemas.microsoft.com/office/drawing/2014/main" id="{A0C71211-4520-46A1-9487-4AE49C3239EF}"/>
              </a:ext>
            </a:extLst>
          </p:cNvPr>
          <p:cNvSpPr>
            <a:spLocks noGrp="1"/>
          </p:cNvSpPr>
          <p:nvPr>
            <p:ph type="dt" sz="half" idx="10"/>
          </p:nvPr>
        </p:nvSpPr>
        <p:spPr>
          <a:xfrm flipH="1">
            <a:off x="10241197" y="6356350"/>
            <a:ext cx="1569803" cy="365125"/>
          </a:xfrm>
        </p:spPr>
        <p:txBody>
          <a:bodyPr rtlCol="1">
            <a:noAutofit/>
          </a:bodyPr>
          <a:lstStyle>
            <a:lvl1pPr algn="r" rtl="1">
              <a:defRPr>
                <a:solidFill>
                  <a:schemeClr val="accent3"/>
                </a:solidFill>
                <a:latin typeface="Tahoma" panose="020B0604030504040204" pitchFamily="34" charset="0"/>
                <a:ea typeface="Tahoma" panose="020B0604030504040204" pitchFamily="34" charset="0"/>
                <a:cs typeface="Tahoma" panose="020B0604030504040204" pitchFamily="34" charset="0"/>
              </a:defRPr>
            </a:lvl1pPr>
          </a:lstStyle>
          <a:p>
            <a:fld id="{CDA41DA9-5DB3-476C-9610-9193EEAEFE9C}" type="datetime1">
              <a:rPr lang="he-IL" noProof="0" smtClean="0">
                <a:latin typeface="Tahoma" panose="020B0604030504040204" pitchFamily="34" charset="0"/>
              </a:rPr>
              <a:t>כ"ו/שבט/תשפ"ד</a:t>
            </a:fld>
            <a:endParaRPr lang="he-IL" noProof="0">
              <a:latin typeface="Tahoma" panose="020B0604030504040204" pitchFamily="34" charset="0"/>
            </a:endParaRPr>
          </a:p>
        </p:txBody>
      </p:sp>
      <p:sp>
        <p:nvSpPr>
          <p:cNvPr id="4" name="מציין מיקום של כותרת תחתונה 3">
            <a:extLst>
              <a:ext uri="{FF2B5EF4-FFF2-40B4-BE49-F238E27FC236}">
                <a16:creationId xmlns:a16="http://schemas.microsoft.com/office/drawing/2014/main" id="{96356206-85FD-45F5-A1F7-128DB34C860F}"/>
              </a:ext>
            </a:extLst>
          </p:cNvPr>
          <p:cNvSpPr>
            <a:spLocks noGrp="1"/>
          </p:cNvSpPr>
          <p:nvPr>
            <p:ph type="ftr" sz="quarter" idx="11"/>
          </p:nvPr>
        </p:nvSpPr>
        <p:spPr>
          <a:xfrm flipH="1">
            <a:off x="5206094" y="6356350"/>
            <a:ext cx="4114800" cy="365125"/>
          </a:xfrm>
        </p:spPr>
        <p:txBody>
          <a:bodyPr rtlCol="1">
            <a:noAutofit/>
          </a:bodyPr>
          <a:lstStyle>
            <a:lvl1pPr algn="r" rtl="1">
              <a:defRPr>
                <a:solidFill>
                  <a:schemeClr val="accent3"/>
                </a:solidFill>
                <a:latin typeface="Tahoma" panose="020B0604030504040204" pitchFamily="34" charset="0"/>
                <a:ea typeface="Tahoma" panose="020B0604030504040204" pitchFamily="34" charset="0"/>
                <a:cs typeface="Tahoma" panose="020B0604030504040204" pitchFamily="34" charset="0"/>
              </a:defRPr>
            </a:lvl1pPr>
          </a:lstStyle>
          <a:p>
            <a:pPr algn="ctr"/>
            <a:r>
              <a:rPr lang="he-IL" dirty="0"/>
              <a:t>כותרת המצגת</a:t>
            </a:r>
          </a:p>
        </p:txBody>
      </p:sp>
      <p:sp>
        <p:nvSpPr>
          <p:cNvPr id="5" name="מציין מיקום של מספר שקופית 4">
            <a:extLst>
              <a:ext uri="{FF2B5EF4-FFF2-40B4-BE49-F238E27FC236}">
                <a16:creationId xmlns:a16="http://schemas.microsoft.com/office/drawing/2014/main" id="{0203763F-C8CD-4BCB-9A0A-B10F000BC1DB}"/>
              </a:ext>
            </a:extLst>
          </p:cNvPr>
          <p:cNvSpPr>
            <a:spLocks noGrp="1"/>
          </p:cNvSpPr>
          <p:nvPr>
            <p:ph type="sldNum" sz="quarter" idx="12"/>
          </p:nvPr>
        </p:nvSpPr>
        <p:spPr>
          <a:xfrm flipH="1">
            <a:off x="2692171" y="6356350"/>
            <a:ext cx="1167495" cy="365125"/>
          </a:xfrm>
        </p:spPr>
        <p:txBody>
          <a:bodyPr rtlCol="1">
            <a:noAutofit/>
          </a:bodyPr>
          <a:lstStyle>
            <a:lvl1pPr algn="l" rtl="1">
              <a:defRPr>
                <a:solidFill>
                  <a:schemeClr val="accent3"/>
                </a:solidFill>
                <a:latin typeface="Tahoma" panose="020B0604030504040204" pitchFamily="34" charset="0"/>
                <a:ea typeface="Tahoma" panose="020B0604030504040204" pitchFamily="34" charset="0"/>
                <a:cs typeface="Tahoma" panose="020B0604030504040204" pitchFamily="34" charset="0"/>
              </a:defRPr>
            </a:lvl1pPr>
          </a:lstStyle>
          <a:p>
            <a:pPr algn="l"/>
            <a:fld id="{294A09A9-5501-47C1-A89A-A340965A2BE2}" type="slidenum">
              <a:rPr lang="he-IL" smtClean="0"/>
              <a:pPr/>
              <a:t>‹#›</a:t>
            </a:fld>
            <a:endParaRPr lang="he-IL" dirty="0"/>
          </a:p>
        </p:txBody>
      </p:sp>
      <p:sp>
        <p:nvSpPr>
          <p:cNvPr id="19" name="צורה חופשית 18">
            <a:extLst>
              <a:ext uri="{FF2B5EF4-FFF2-40B4-BE49-F238E27FC236}">
                <a16:creationId xmlns:a16="http://schemas.microsoft.com/office/drawing/2014/main" id="{AAB3BC7E-B34F-EF47-B125-1574C5484E22}"/>
              </a:ext>
            </a:extLst>
          </p:cNvPr>
          <p:cNvSpPr/>
          <p:nvPr userDrawn="1"/>
        </p:nvSpPr>
        <p:spPr>
          <a:xfrm rot="5400000" flipH="1" flipV="1">
            <a:off x="810419" y="355410"/>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21" name="צורה חופשית 20">
            <a:extLst>
              <a:ext uri="{FF2B5EF4-FFF2-40B4-BE49-F238E27FC236}">
                <a16:creationId xmlns:a16="http://schemas.microsoft.com/office/drawing/2014/main" id="{7CBC82D0-4F72-C649-8B7F-D4B087957B6C}"/>
              </a:ext>
            </a:extLst>
          </p:cNvPr>
          <p:cNvSpPr/>
          <p:nvPr userDrawn="1"/>
        </p:nvSpPr>
        <p:spPr>
          <a:xfrm>
            <a:off x="1" y="1879977"/>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25" name="צורה חופשית 24">
            <a:extLst>
              <a:ext uri="{FF2B5EF4-FFF2-40B4-BE49-F238E27FC236}">
                <a16:creationId xmlns:a16="http://schemas.microsoft.com/office/drawing/2014/main" id="{9383F23A-D872-2A4C-B386-A9D269BE694D}"/>
              </a:ext>
            </a:extLst>
          </p:cNvPr>
          <p:cNvSpPr/>
          <p:nvPr userDrawn="1"/>
        </p:nvSpPr>
        <p:spPr>
          <a:xfrm flipH="1">
            <a:off x="-1" y="-1664"/>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26" name="אליפסה 25">
            <a:extLst>
              <a:ext uri="{FF2B5EF4-FFF2-40B4-BE49-F238E27FC236}">
                <a16:creationId xmlns:a16="http://schemas.microsoft.com/office/drawing/2014/main" id="{9221FFDB-AAE2-5943-97A1-82D66AE05DB4}"/>
              </a:ext>
            </a:extLst>
          </p:cNvPr>
          <p:cNvSpPr/>
          <p:nvPr userDrawn="1"/>
        </p:nvSpPr>
        <p:spPr>
          <a:xfrm flipH="1">
            <a:off x="477079" y="2737752"/>
            <a:ext cx="1380830" cy="13808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27" name="צורה חופשית 26">
            <a:extLst>
              <a:ext uri="{FF2B5EF4-FFF2-40B4-BE49-F238E27FC236}">
                <a16:creationId xmlns:a16="http://schemas.microsoft.com/office/drawing/2014/main" id="{2E58EEF7-63CA-A845-BAC4-9D3BE05918B5}"/>
              </a:ext>
            </a:extLst>
          </p:cNvPr>
          <p:cNvSpPr/>
          <p:nvPr userDrawn="1"/>
        </p:nvSpPr>
        <p:spPr>
          <a:xfrm rot="5400000">
            <a:off x="-357073" y="5333432"/>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28" name="צורה חופשית 27">
            <a:extLst>
              <a:ext uri="{FF2B5EF4-FFF2-40B4-BE49-F238E27FC236}">
                <a16:creationId xmlns:a16="http://schemas.microsoft.com/office/drawing/2014/main" id="{757A4624-D8ED-2E4B-AF8C-00DFA6A72D5F}"/>
              </a:ext>
            </a:extLst>
          </p:cNvPr>
          <p:cNvSpPr/>
          <p:nvPr userDrawn="1"/>
        </p:nvSpPr>
        <p:spPr>
          <a:xfrm flipH="1" flipV="1">
            <a:off x="1009425" y="3651505"/>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29" name="צורה חופשית 28">
            <a:extLst>
              <a:ext uri="{FF2B5EF4-FFF2-40B4-BE49-F238E27FC236}">
                <a16:creationId xmlns:a16="http://schemas.microsoft.com/office/drawing/2014/main" id="{DF312EF8-91BE-5946-BE31-8CFE107A2FEA}"/>
              </a:ext>
            </a:extLst>
          </p:cNvPr>
          <p:cNvSpPr/>
          <p:nvPr userDrawn="1"/>
        </p:nvSpPr>
        <p:spPr>
          <a:xfrm flipV="1">
            <a:off x="1167493" y="4976359"/>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154419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צוות שלם">
    <p:bg>
      <p:bgPr>
        <a:solidFill>
          <a:schemeClr val="accent2"/>
        </a:solidFill>
        <a:effectLst/>
      </p:bgPr>
    </p:bg>
    <p:spTree>
      <p:nvGrpSpPr>
        <p:cNvPr id="1" name=""/>
        <p:cNvGrpSpPr/>
        <p:nvPr/>
      </p:nvGrpSpPr>
      <p:grpSpPr>
        <a:xfrm>
          <a:off x="0" y="0"/>
          <a:ext cx="0" cy="0"/>
          <a:chOff x="0" y="0"/>
          <a:chExt cx="0" cy="0"/>
        </a:xfrm>
      </p:grpSpPr>
      <p:sp>
        <p:nvSpPr>
          <p:cNvPr id="54" name="כותרת 1">
            <a:extLst>
              <a:ext uri="{FF2B5EF4-FFF2-40B4-BE49-F238E27FC236}">
                <a16:creationId xmlns:a16="http://schemas.microsoft.com/office/drawing/2014/main" id="{6825B690-1AD7-4243-AC42-D2CF19B7B02C}"/>
              </a:ext>
            </a:extLst>
          </p:cNvPr>
          <p:cNvSpPr>
            <a:spLocks noGrp="1"/>
          </p:cNvSpPr>
          <p:nvPr>
            <p:ph type="title"/>
          </p:nvPr>
        </p:nvSpPr>
        <p:spPr>
          <a:xfrm flipH="1">
            <a:off x="763428" y="381000"/>
            <a:ext cx="10678142" cy="1325563"/>
          </a:xfrm>
        </p:spPr>
        <p:txBody>
          <a:bodyPr lIns="0" rtlCol="1" anchor="b">
            <a:noAutofit/>
          </a:bodyPr>
          <a:lstStyle>
            <a:lvl1pPr algn="r" rtl="1">
              <a:defRPr sz="4800" b="1">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כדי לערוך סגנון כותרת של תבנית בסיס</a:t>
            </a:r>
          </a:p>
        </p:txBody>
      </p:sp>
      <p:sp>
        <p:nvSpPr>
          <p:cNvPr id="6" name="מציין מיקום של תמונה 23">
            <a:extLst>
              <a:ext uri="{FF2B5EF4-FFF2-40B4-BE49-F238E27FC236}">
                <a16:creationId xmlns:a16="http://schemas.microsoft.com/office/drawing/2014/main" id="{5E48B363-63E8-4F17-842B-53AD935A6529}"/>
              </a:ext>
            </a:extLst>
          </p:cNvPr>
          <p:cNvSpPr>
            <a:spLocks noGrp="1"/>
          </p:cNvSpPr>
          <p:nvPr>
            <p:ph type="pic" sz="quarter" idx="13"/>
          </p:nvPr>
        </p:nvSpPr>
        <p:spPr>
          <a:xfrm flipH="1">
            <a:off x="10536584" y="2068734"/>
            <a:ext cx="904987" cy="905641"/>
          </a:xfrm>
        </p:spPr>
        <p:txBody>
          <a:bodyPr rtlCol="1">
            <a:noAutofit/>
          </a:bodyPr>
          <a:lstStyle>
            <a:lvl1pPr marL="0" indent="0" algn="r" rtl="1">
              <a:buNone/>
              <a:defRPr sz="14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על הסמל כדי להוסיף תמונה</a:t>
            </a:r>
          </a:p>
        </p:txBody>
      </p:sp>
      <p:sp>
        <p:nvSpPr>
          <p:cNvPr id="31" name="מציין מיקום טקסט 28">
            <a:extLst>
              <a:ext uri="{FF2B5EF4-FFF2-40B4-BE49-F238E27FC236}">
                <a16:creationId xmlns:a16="http://schemas.microsoft.com/office/drawing/2014/main" id="{1825005B-0520-EC49-9A5C-554CB700387B}"/>
              </a:ext>
            </a:extLst>
          </p:cNvPr>
          <p:cNvSpPr>
            <a:spLocks noGrp="1"/>
          </p:cNvSpPr>
          <p:nvPr>
            <p:ph type="body" sz="quarter" idx="17" hasCustomPrompt="1"/>
          </p:nvPr>
        </p:nvSpPr>
        <p:spPr>
          <a:xfrm flipH="1">
            <a:off x="9160333" y="2994545"/>
            <a:ext cx="2281237" cy="347662"/>
          </a:xfrm>
        </p:spPr>
        <p:txBody>
          <a:bodyPr lIns="0" tIns="0" rIns="0" bIns="0" rtlCol="1" anchor="b" anchorCtr="0">
            <a:noAutofit/>
          </a:bodyPr>
          <a:lstStyle>
            <a:lvl1pPr marL="0" indent="0" algn="r" rtl="1">
              <a:lnSpc>
                <a:spcPct val="100000"/>
              </a:lnSpc>
              <a:spcBef>
                <a:spcPts val="0"/>
              </a:spcBef>
              <a:buNone/>
              <a:defRPr sz="1800" b="1"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שם</a:t>
            </a:r>
          </a:p>
        </p:txBody>
      </p:sp>
      <p:sp>
        <p:nvSpPr>
          <p:cNvPr id="32" name="מציין מיקום טקסט 28">
            <a:extLst>
              <a:ext uri="{FF2B5EF4-FFF2-40B4-BE49-F238E27FC236}">
                <a16:creationId xmlns:a16="http://schemas.microsoft.com/office/drawing/2014/main" id="{B6697B92-AF89-2C46-BC1E-6CB47E8EA421}"/>
              </a:ext>
            </a:extLst>
          </p:cNvPr>
          <p:cNvSpPr>
            <a:spLocks noGrp="1"/>
          </p:cNvSpPr>
          <p:nvPr>
            <p:ph type="body" sz="quarter" idx="18" hasCustomPrompt="1"/>
          </p:nvPr>
        </p:nvSpPr>
        <p:spPr>
          <a:xfrm flipH="1">
            <a:off x="9160334" y="3379791"/>
            <a:ext cx="2281237" cy="347662"/>
          </a:xfrm>
        </p:spPr>
        <p:txBody>
          <a:bodyPr lIns="0" tIns="0" rIns="0" bIns="0" rtlCol="1">
            <a:noAutofit/>
          </a:bodyPr>
          <a:lstStyle>
            <a:lvl1pPr marL="0" indent="0" algn="r" rtl="1">
              <a:lnSpc>
                <a:spcPct val="100000"/>
              </a:lnSpc>
              <a:spcBef>
                <a:spcPts val="0"/>
              </a:spcBef>
              <a:buNone/>
              <a:defRPr sz="1400" b="0"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תפקיד</a:t>
            </a:r>
          </a:p>
        </p:txBody>
      </p:sp>
      <p:sp>
        <p:nvSpPr>
          <p:cNvPr id="33" name="מציין מיקום של תמונה 23">
            <a:extLst>
              <a:ext uri="{FF2B5EF4-FFF2-40B4-BE49-F238E27FC236}">
                <a16:creationId xmlns:a16="http://schemas.microsoft.com/office/drawing/2014/main" id="{FA9FEBB0-45F1-DF45-89C4-B343F8B20BA0}"/>
              </a:ext>
            </a:extLst>
          </p:cNvPr>
          <p:cNvSpPr>
            <a:spLocks noGrp="1"/>
          </p:cNvSpPr>
          <p:nvPr>
            <p:ph type="pic" sz="quarter" idx="28"/>
          </p:nvPr>
        </p:nvSpPr>
        <p:spPr>
          <a:xfrm flipH="1">
            <a:off x="7737616" y="2068734"/>
            <a:ext cx="904987" cy="905641"/>
          </a:xfrm>
        </p:spPr>
        <p:txBody>
          <a:bodyPr rtlCol="1">
            <a:noAutofit/>
          </a:bodyPr>
          <a:lstStyle>
            <a:lvl1pPr marL="0" indent="0" algn="r" rtl="1">
              <a:buNone/>
              <a:defRPr sz="14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על הסמל כדי להוסיף תמונה</a:t>
            </a:r>
          </a:p>
        </p:txBody>
      </p:sp>
      <p:sp>
        <p:nvSpPr>
          <p:cNvPr id="34" name="מציין מיקום טקסט 28">
            <a:extLst>
              <a:ext uri="{FF2B5EF4-FFF2-40B4-BE49-F238E27FC236}">
                <a16:creationId xmlns:a16="http://schemas.microsoft.com/office/drawing/2014/main" id="{EF331731-A7FC-C245-A9C1-0B1A2E994DB6}"/>
              </a:ext>
            </a:extLst>
          </p:cNvPr>
          <p:cNvSpPr>
            <a:spLocks noGrp="1"/>
          </p:cNvSpPr>
          <p:nvPr>
            <p:ph type="body" sz="quarter" idx="29" hasCustomPrompt="1"/>
          </p:nvPr>
        </p:nvSpPr>
        <p:spPr>
          <a:xfrm flipH="1">
            <a:off x="6361365" y="2994545"/>
            <a:ext cx="2281237" cy="347662"/>
          </a:xfrm>
        </p:spPr>
        <p:txBody>
          <a:bodyPr lIns="0" tIns="0" rIns="0" bIns="0" rtlCol="1" anchor="b" anchorCtr="0">
            <a:noAutofit/>
          </a:bodyPr>
          <a:lstStyle>
            <a:lvl1pPr marL="0" indent="0" algn="r" rtl="1">
              <a:lnSpc>
                <a:spcPct val="100000"/>
              </a:lnSpc>
              <a:spcBef>
                <a:spcPts val="0"/>
              </a:spcBef>
              <a:buNone/>
              <a:defRPr sz="1800" b="1"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שם</a:t>
            </a:r>
          </a:p>
        </p:txBody>
      </p:sp>
      <p:sp>
        <p:nvSpPr>
          <p:cNvPr id="35" name="מציין מיקום טקסט 28">
            <a:extLst>
              <a:ext uri="{FF2B5EF4-FFF2-40B4-BE49-F238E27FC236}">
                <a16:creationId xmlns:a16="http://schemas.microsoft.com/office/drawing/2014/main" id="{313B974E-E762-EE48-B2DF-C8F10DF73444}"/>
              </a:ext>
            </a:extLst>
          </p:cNvPr>
          <p:cNvSpPr>
            <a:spLocks noGrp="1"/>
          </p:cNvSpPr>
          <p:nvPr>
            <p:ph type="body" sz="quarter" idx="30" hasCustomPrompt="1"/>
          </p:nvPr>
        </p:nvSpPr>
        <p:spPr>
          <a:xfrm flipH="1">
            <a:off x="6361366" y="3379791"/>
            <a:ext cx="2281237" cy="347662"/>
          </a:xfrm>
        </p:spPr>
        <p:txBody>
          <a:bodyPr lIns="0" tIns="0" rIns="0" bIns="0" rtlCol="1">
            <a:noAutofit/>
          </a:bodyPr>
          <a:lstStyle>
            <a:lvl1pPr marL="0" indent="0" algn="r" rtl="1">
              <a:lnSpc>
                <a:spcPct val="100000"/>
              </a:lnSpc>
              <a:spcBef>
                <a:spcPts val="0"/>
              </a:spcBef>
              <a:buNone/>
              <a:defRPr sz="1400" b="0"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תפקיד</a:t>
            </a:r>
          </a:p>
        </p:txBody>
      </p:sp>
      <p:sp>
        <p:nvSpPr>
          <p:cNvPr id="36" name="מציין מיקום של תמונה 23">
            <a:extLst>
              <a:ext uri="{FF2B5EF4-FFF2-40B4-BE49-F238E27FC236}">
                <a16:creationId xmlns:a16="http://schemas.microsoft.com/office/drawing/2014/main" id="{8BA62E8C-79E6-D245-B706-FFB1E051B2D6}"/>
              </a:ext>
            </a:extLst>
          </p:cNvPr>
          <p:cNvSpPr>
            <a:spLocks noGrp="1"/>
          </p:cNvSpPr>
          <p:nvPr>
            <p:ph type="pic" sz="quarter" idx="31"/>
          </p:nvPr>
        </p:nvSpPr>
        <p:spPr>
          <a:xfrm flipH="1">
            <a:off x="4938646" y="2068734"/>
            <a:ext cx="904987" cy="905641"/>
          </a:xfrm>
        </p:spPr>
        <p:txBody>
          <a:bodyPr rtlCol="1">
            <a:noAutofit/>
          </a:bodyPr>
          <a:lstStyle>
            <a:lvl1pPr marL="0" indent="0" algn="r" rtl="1">
              <a:buNone/>
              <a:defRPr sz="14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על הסמל כדי להוסיף תמונה</a:t>
            </a:r>
          </a:p>
        </p:txBody>
      </p:sp>
      <p:sp>
        <p:nvSpPr>
          <p:cNvPr id="37" name="מציין מיקום טקסט 28">
            <a:extLst>
              <a:ext uri="{FF2B5EF4-FFF2-40B4-BE49-F238E27FC236}">
                <a16:creationId xmlns:a16="http://schemas.microsoft.com/office/drawing/2014/main" id="{4199EE50-5386-0446-8ADA-23C1B0D6EA4F}"/>
              </a:ext>
            </a:extLst>
          </p:cNvPr>
          <p:cNvSpPr>
            <a:spLocks noGrp="1"/>
          </p:cNvSpPr>
          <p:nvPr>
            <p:ph type="body" sz="quarter" idx="32" hasCustomPrompt="1"/>
          </p:nvPr>
        </p:nvSpPr>
        <p:spPr>
          <a:xfrm flipH="1">
            <a:off x="3562395" y="2994545"/>
            <a:ext cx="2281237" cy="347662"/>
          </a:xfrm>
        </p:spPr>
        <p:txBody>
          <a:bodyPr lIns="0" tIns="0" rIns="0" bIns="0" rtlCol="1" anchor="b" anchorCtr="0">
            <a:noAutofit/>
          </a:bodyPr>
          <a:lstStyle>
            <a:lvl1pPr marL="0" indent="0" algn="r" rtl="1">
              <a:lnSpc>
                <a:spcPct val="100000"/>
              </a:lnSpc>
              <a:spcBef>
                <a:spcPts val="0"/>
              </a:spcBef>
              <a:buNone/>
              <a:defRPr sz="1800" b="1"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שם</a:t>
            </a:r>
          </a:p>
        </p:txBody>
      </p:sp>
      <p:sp>
        <p:nvSpPr>
          <p:cNvPr id="38" name="מציין מיקום טקסט 28">
            <a:extLst>
              <a:ext uri="{FF2B5EF4-FFF2-40B4-BE49-F238E27FC236}">
                <a16:creationId xmlns:a16="http://schemas.microsoft.com/office/drawing/2014/main" id="{478AB5CA-B5A5-934D-BF51-1485953A703D}"/>
              </a:ext>
            </a:extLst>
          </p:cNvPr>
          <p:cNvSpPr>
            <a:spLocks noGrp="1"/>
          </p:cNvSpPr>
          <p:nvPr>
            <p:ph type="body" sz="quarter" idx="33" hasCustomPrompt="1"/>
          </p:nvPr>
        </p:nvSpPr>
        <p:spPr>
          <a:xfrm flipH="1">
            <a:off x="3562396" y="3379791"/>
            <a:ext cx="2281237" cy="347662"/>
          </a:xfrm>
        </p:spPr>
        <p:txBody>
          <a:bodyPr lIns="0" tIns="0" rIns="0" bIns="0" rtlCol="1">
            <a:noAutofit/>
          </a:bodyPr>
          <a:lstStyle>
            <a:lvl1pPr marL="0" indent="0" algn="r" rtl="1">
              <a:lnSpc>
                <a:spcPct val="100000"/>
              </a:lnSpc>
              <a:spcBef>
                <a:spcPts val="0"/>
              </a:spcBef>
              <a:buNone/>
              <a:defRPr sz="1400" b="0"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תפקיד</a:t>
            </a:r>
          </a:p>
        </p:txBody>
      </p:sp>
      <p:sp>
        <p:nvSpPr>
          <p:cNvPr id="39" name="מציין מיקום של תמונה 23">
            <a:extLst>
              <a:ext uri="{FF2B5EF4-FFF2-40B4-BE49-F238E27FC236}">
                <a16:creationId xmlns:a16="http://schemas.microsoft.com/office/drawing/2014/main" id="{3D78BE06-1FC7-3C43-BD15-F4137B564B58}"/>
              </a:ext>
            </a:extLst>
          </p:cNvPr>
          <p:cNvSpPr>
            <a:spLocks noGrp="1"/>
          </p:cNvSpPr>
          <p:nvPr>
            <p:ph type="pic" sz="quarter" idx="34"/>
          </p:nvPr>
        </p:nvSpPr>
        <p:spPr>
          <a:xfrm flipH="1">
            <a:off x="2139678" y="2068734"/>
            <a:ext cx="904987" cy="905641"/>
          </a:xfrm>
        </p:spPr>
        <p:txBody>
          <a:bodyPr rtlCol="1">
            <a:noAutofit/>
          </a:bodyPr>
          <a:lstStyle>
            <a:lvl1pPr marL="0" indent="0" algn="r" rtl="1">
              <a:buNone/>
              <a:defRPr sz="14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על הסמל כדי להוסיף תמונה</a:t>
            </a:r>
          </a:p>
        </p:txBody>
      </p:sp>
      <p:sp>
        <p:nvSpPr>
          <p:cNvPr id="40" name="מציין מיקום טקסט 28">
            <a:extLst>
              <a:ext uri="{FF2B5EF4-FFF2-40B4-BE49-F238E27FC236}">
                <a16:creationId xmlns:a16="http://schemas.microsoft.com/office/drawing/2014/main" id="{14F01FCC-4797-0343-8739-20331C751C18}"/>
              </a:ext>
            </a:extLst>
          </p:cNvPr>
          <p:cNvSpPr>
            <a:spLocks noGrp="1"/>
          </p:cNvSpPr>
          <p:nvPr>
            <p:ph type="body" sz="quarter" idx="35" hasCustomPrompt="1"/>
          </p:nvPr>
        </p:nvSpPr>
        <p:spPr>
          <a:xfrm flipH="1">
            <a:off x="763427" y="2994545"/>
            <a:ext cx="2281237" cy="347662"/>
          </a:xfrm>
        </p:spPr>
        <p:txBody>
          <a:bodyPr lIns="0" tIns="0" rIns="0" bIns="0" rtlCol="1" anchor="b" anchorCtr="0">
            <a:noAutofit/>
          </a:bodyPr>
          <a:lstStyle>
            <a:lvl1pPr marL="0" indent="0" algn="r" rtl="1">
              <a:lnSpc>
                <a:spcPct val="100000"/>
              </a:lnSpc>
              <a:spcBef>
                <a:spcPts val="0"/>
              </a:spcBef>
              <a:buNone/>
              <a:defRPr sz="1800" b="1"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שם</a:t>
            </a:r>
          </a:p>
        </p:txBody>
      </p:sp>
      <p:sp>
        <p:nvSpPr>
          <p:cNvPr id="41" name="מציין מיקום טקסט 28">
            <a:extLst>
              <a:ext uri="{FF2B5EF4-FFF2-40B4-BE49-F238E27FC236}">
                <a16:creationId xmlns:a16="http://schemas.microsoft.com/office/drawing/2014/main" id="{33FBE6CA-EC7A-1A4B-ADA3-6B78F2DE09C2}"/>
              </a:ext>
            </a:extLst>
          </p:cNvPr>
          <p:cNvSpPr>
            <a:spLocks noGrp="1"/>
          </p:cNvSpPr>
          <p:nvPr>
            <p:ph type="body" sz="quarter" idx="36" hasCustomPrompt="1"/>
          </p:nvPr>
        </p:nvSpPr>
        <p:spPr>
          <a:xfrm flipH="1">
            <a:off x="763428" y="3379791"/>
            <a:ext cx="2281237" cy="347662"/>
          </a:xfrm>
        </p:spPr>
        <p:txBody>
          <a:bodyPr lIns="0" tIns="0" rIns="0" bIns="0" rtlCol="1">
            <a:noAutofit/>
          </a:bodyPr>
          <a:lstStyle>
            <a:lvl1pPr marL="0" indent="0" algn="r" rtl="1">
              <a:lnSpc>
                <a:spcPct val="100000"/>
              </a:lnSpc>
              <a:spcBef>
                <a:spcPts val="0"/>
              </a:spcBef>
              <a:buNone/>
              <a:defRPr sz="1400" b="0"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תפקיד</a:t>
            </a:r>
          </a:p>
        </p:txBody>
      </p:sp>
      <p:sp>
        <p:nvSpPr>
          <p:cNvPr id="42" name="מציין מיקום של תמונה 23">
            <a:extLst>
              <a:ext uri="{FF2B5EF4-FFF2-40B4-BE49-F238E27FC236}">
                <a16:creationId xmlns:a16="http://schemas.microsoft.com/office/drawing/2014/main" id="{6DD7CCE4-AD48-B64F-909E-F88961FBDFC5}"/>
              </a:ext>
            </a:extLst>
          </p:cNvPr>
          <p:cNvSpPr>
            <a:spLocks noGrp="1"/>
          </p:cNvSpPr>
          <p:nvPr>
            <p:ph type="pic" sz="quarter" idx="37"/>
          </p:nvPr>
        </p:nvSpPr>
        <p:spPr>
          <a:xfrm flipH="1">
            <a:off x="10536584" y="4118551"/>
            <a:ext cx="904987" cy="905641"/>
          </a:xfrm>
        </p:spPr>
        <p:txBody>
          <a:bodyPr rtlCol="1">
            <a:noAutofit/>
          </a:bodyPr>
          <a:lstStyle>
            <a:lvl1pPr marL="0" indent="0" algn="r" rtl="1">
              <a:buNone/>
              <a:defRPr sz="14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על הסמל כדי להוסיף תמונה</a:t>
            </a:r>
          </a:p>
        </p:txBody>
      </p:sp>
      <p:sp>
        <p:nvSpPr>
          <p:cNvPr id="43" name="מציין מיקום טקסט 28">
            <a:extLst>
              <a:ext uri="{FF2B5EF4-FFF2-40B4-BE49-F238E27FC236}">
                <a16:creationId xmlns:a16="http://schemas.microsoft.com/office/drawing/2014/main" id="{C076E7E2-3D95-EA47-BF86-444615F1F141}"/>
              </a:ext>
            </a:extLst>
          </p:cNvPr>
          <p:cNvSpPr>
            <a:spLocks noGrp="1"/>
          </p:cNvSpPr>
          <p:nvPr>
            <p:ph type="body" sz="quarter" idx="38" hasCustomPrompt="1"/>
          </p:nvPr>
        </p:nvSpPr>
        <p:spPr>
          <a:xfrm flipH="1">
            <a:off x="9160333" y="5044362"/>
            <a:ext cx="2281237" cy="347662"/>
          </a:xfrm>
        </p:spPr>
        <p:txBody>
          <a:bodyPr lIns="0" tIns="0" rIns="0" bIns="0" rtlCol="1" anchor="b" anchorCtr="0">
            <a:noAutofit/>
          </a:bodyPr>
          <a:lstStyle>
            <a:lvl1pPr marL="0" indent="0" algn="r" rtl="1">
              <a:lnSpc>
                <a:spcPct val="100000"/>
              </a:lnSpc>
              <a:spcBef>
                <a:spcPts val="0"/>
              </a:spcBef>
              <a:buNone/>
              <a:defRPr sz="1800" b="1"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שם</a:t>
            </a:r>
          </a:p>
        </p:txBody>
      </p:sp>
      <p:sp>
        <p:nvSpPr>
          <p:cNvPr id="44" name="מציין מיקום טקסט 28">
            <a:extLst>
              <a:ext uri="{FF2B5EF4-FFF2-40B4-BE49-F238E27FC236}">
                <a16:creationId xmlns:a16="http://schemas.microsoft.com/office/drawing/2014/main" id="{612499D2-373C-3940-97A5-FCA8B245BE45}"/>
              </a:ext>
            </a:extLst>
          </p:cNvPr>
          <p:cNvSpPr>
            <a:spLocks noGrp="1"/>
          </p:cNvSpPr>
          <p:nvPr>
            <p:ph type="body" sz="quarter" idx="39" hasCustomPrompt="1"/>
          </p:nvPr>
        </p:nvSpPr>
        <p:spPr>
          <a:xfrm flipH="1">
            <a:off x="9160334" y="5429608"/>
            <a:ext cx="2281237" cy="347662"/>
          </a:xfrm>
        </p:spPr>
        <p:txBody>
          <a:bodyPr lIns="0" tIns="0" rIns="0" bIns="0" rtlCol="1">
            <a:noAutofit/>
          </a:bodyPr>
          <a:lstStyle>
            <a:lvl1pPr marL="0" indent="0" algn="r" rtl="1">
              <a:lnSpc>
                <a:spcPct val="100000"/>
              </a:lnSpc>
              <a:spcBef>
                <a:spcPts val="0"/>
              </a:spcBef>
              <a:buNone/>
              <a:defRPr sz="1400" b="0"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תפקיד</a:t>
            </a:r>
          </a:p>
        </p:txBody>
      </p:sp>
      <p:sp>
        <p:nvSpPr>
          <p:cNvPr id="45" name="מציין מיקום של תמונה 23">
            <a:extLst>
              <a:ext uri="{FF2B5EF4-FFF2-40B4-BE49-F238E27FC236}">
                <a16:creationId xmlns:a16="http://schemas.microsoft.com/office/drawing/2014/main" id="{24B34D6D-4F7E-3942-B8D7-9970BDE53C10}"/>
              </a:ext>
            </a:extLst>
          </p:cNvPr>
          <p:cNvSpPr>
            <a:spLocks noGrp="1"/>
          </p:cNvSpPr>
          <p:nvPr>
            <p:ph type="pic" sz="quarter" idx="40"/>
          </p:nvPr>
        </p:nvSpPr>
        <p:spPr>
          <a:xfrm flipH="1">
            <a:off x="7737616" y="4118551"/>
            <a:ext cx="904987" cy="905641"/>
          </a:xfrm>
        </p:spPr>
        <p:txBody>
          <a:bodyPr rtlCol="1">
            <a:noAutofit/>
          </a:bodyPr>
          <a:lstStyle>
            <a:lvl1pPr marL="0" indent="0" algn="r" rtl="1">
              <a:buNone/>
              <a:defRPr sz="14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על הסמל כדי להוסיף תמונה</a:t>
            </a:r>
          </a:p>
        </p:txBody>
      </p:sp>
      <p:sp>
        <p:nvSpPr>
          <p:cNvPr id="46" name="מציין מיקום טקסט 28">
            <a:extLst>
              <a:ext uri="{FF2B5EF4-FFF2-40B4-BE49-F238E27FC236}">
                <a16:creationId xmlns:a16="http://schemas.microsoft.com/office/drawing/2014/main" id="{D34EDB1D-7E85-D242-B6AE-F6D6907D325A}"/>
              </a:ext>
            </a:extLst>
          </p:cNvPr>
          <p:cNvSpPr>
            <a:spLocks noGrp="1"/>
          </p:cNvSpPr>
          <p:nvPr>
            <p:ph type="body" sz="quarter" idx="41" hasCustomPrompt="1"/>
          </p:nvPr>
        </p:nvSpPr>
        <p:spPr>
          <a:xfrm flipH="1">
            <a:off x="6361365" y="5044362"/>
            <a:ext cx="2281237" cy="347662"/>
          </a:xfrm>
        </p:spPr>
        <p:txBody>
          <a:bodyPr lIns="0" tIns="0" rIns="0" bIns="0" rtlCol="1" anchor="b" anchorCtr="0">
            <a:noAutofit/>
          </a:bodyPr>
          <a:lstStyle>
            <a:lvl1pPr marL="0" indent="0" algn="r" rtl="1">
              <a:lnSpc>
                <a:spcPct val="100000"/>
              </a:lnSpc>
              <a:spcBef>
                <a:spcPts val="0"/>
              </a:spcBef>
              <a:buNone/>
              <a:defRPr sz="1800" b="1"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שם</a:t>
            </a:r>
          </a:p>
        </p:txBody>
      </p:sp>
      <p:sp>
        <p:nvSpPr>
          <p:cNvPr id="47" name="מציין מיקום טקסט 28">
            <a:extLst>
              <a:ext uri="{FF2B5EF4-FFF2-40B4-BE49-F238E27FC236}">
                <a16:creationId xmlns:a16="http://schemas.microsoft.com/office/drawing/2014/main" id="{3E3BFFF0-114B-6D42-B5E0-8020AC2E26BF}"/>
              </a:ext>
            </a:extLst>
          </p:cNvPr>
          <p:cNvSpPr>
            <a:spLocks noGrp="1"/>
          </p:cNvSpPr>
          <p:nvPr>
            <p:ph type="body" sz="quarter" idx="42" hasCustomPrompt="1"/>
          </p:nvPr>
        </p:nvSpPr>
        <p:spPr>
          <a:xfrm flipH="1">
            <a:off x="6361366" y="5429608"/>
            <a:ext cx="2281237" cy="347662"/>
          </a:xfrm>
        </p:spPr>
        <p:txBody>
          <a:bodyPr lIns="0" tIns="0" rIns="0" bIns="0" rtlCol="1">
            <a:noAutofit/>
          </a:bodyPr>
          <a:lstStyle>
            <a:lvl1pPr marL="0" indent="0" algn="r" rtl="1">
              <a:lnSpc>
                <a:spcPct val="100000"/>
              </a:lnSpc>
              <a:spcBef>
                <a:spcPts val="0"/>
              </a:spcBef>
              <a:buNone/>
              <a:defRPr sz="1400" b="0"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תפקיד</a:t>
            </a:r>
          </a:p>
        </p:txBody>
      </p:sp>
      <p:sp>
        <p:nvSpPr>
          <p:cNvPr id="48" name="מציין מיקום של תמונה 23">
            <a:extLst>
              <a:ext uri="{FF2B5EF4-FFF2-40B4-BE49-F238E27FC236}">
                <a16:creationId xmlns:a16="http://schemas.microsoft.com/office/drawing/2014/main" id="{EB4488EE-E854-724E-95AE-B9943EE249EA}"/>
              </a:ext>
            </a:extLst>
          </p:cNvPr>
          <p:cNvSpPr>
            <a:spLocks noGrp="1"/>
          </p:cNvSpPr>
          <p:nvPr>
            <p:ph type="pic" sz="quarter" idx="43"/>
          </p:nvPr>
        </p:nvSpPr>
        <p:spPr>
          <a:xfrm flipH="1">
            <a:off x="4938646" y="4118551"/>
            <a:ext cx="904987" cy="905641"/>
          </a:xfrm>
        </p:spPr>
        <p:txBody>
          <a:bodyPr rtlCol="1">
            <a:noAutofit/>
          </a:bodyPr>
          <a:lstStyle>
            <a:lvl1pPr marL="0" indent="0" algn="r" rtl="1">
              <a:buNone/>
              <a:defRPr sz="14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על הסמל כדי להוסיף תמונה</a:t>
            </a:r>
          </a:p>
        </p:txBody>
      </p:sp>
      <p:sp>
        <p:nvSpPr>
          <p:cNvPr id="49" name="מציין מיקום טקסט 28">
            <a:extLst>
              <a:ext uri="{FF2B5EF4-FFF2-40B4-BE49-F238E27FC236}">
                <a16:creationId xmlns:a16="http://schemas.microsoft.com/office/drawing/2014/main" id="{C5551B4D-583E-D644-9069-EC096CE76F50}"/>
              </a:ext>
            </a:extLst>
          </p:cNvPr>
          <p:cNvSpPr>
            <a:spLocks noGrp="1"/>
          </p:cNvSpPr>
          <p:nvPr>
            <p:ph type="body" sz="quarter" idx="44" hasCustomPrompt="1"/>
          </p:nvPr>
        </p:nvSpPr>
        <p:spPr>
          <a:xfrm flipH="1">
            <a:off x="3562395" y="5044362"/>
            <a:ext cx="2281237" cy="347662"/>
          </a:xfrm>
        </p:spPr>
        <p:txBody>
          <a:bodyPr lIns="0" tIns="0" rIns="0" bIns="0" rtlCol="1" anchor="b" anchorCtr="0">
            <a:noAutofit/>
          </a:bodyPr>
          <a:lstStyle>
            <a:lvl1pPr marL="0" indent="0" algn="r" rtl="1">
              <a:lnSpc>
                <a:spcPct val="100000"/>
              </a:lnSpc>
              <a:spcBef>
                <a:spcPts val="0"/>
              </a:spcBef>
              <a:buNone/>
              <a:defRPr sz="1800" b="1"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שם</a:t>
            </a:r>
          </a:p>
        </p:txBody>
      </p:sp>
      <p:sp>
        <p:nvSpPr>
          <p:cNvPr id="50" name="מציין מיקום טקסט 28">
            <a:extLst>
              <a:ext uri="{FF2B5EF4-FFF2-40B4-BE49-F238E27FC236}">
                <a16:creationId xmlns:a16="http://schemas.microsoft.com/office/drawing/2014/main" id="{E30C4783-1643-2243-BB4F-E99E04D9216B}"/>
              </a:ext>
            </a:extLst>
          </p:cNvPr>
          <p:cNvSpPr>
            <a:spLocks noGrp="1"/>
          </p:cNvSpPr>
          <p:nvPr>
            <p:ph type="body" sz="quarter" idx="45" hasCustomPrompt="1"/>
          </p:nvPr>
        </p:nvSpPr>
        <p:spPr>
          <a:xfrm flipH="1">
            <a:off x="3562396" y="5429608"/>
            <a:ext cx="2281237" cy="347662"/>
          </a:xfrm>
        </p:spPr>
        <p:txBody>
          <a:bodyPr lIns="0" tIns="0" rIns="0" bIns="0" rtlCol="1">
            <a:noAutofit/>
          </a:bodyPr>
          <a:lstStyle>
            <a:lvl1pPr marL="0" indent="0" algn="r" rtl="1">
              <a:lnSpc>
                <a:spcPct val="100000"/>
              </a:lnSpc>
              <a:spcBef>
                <a:spcPts val="0"/>
              </a:spcBef>
              <a:buNone/>
              <a:defRPr sz="1400" b="0"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תפקיד</a:t>
            </a:r>
          </a:p>
        </p:txBody>
      </p:sp>
      <p:sp>
        <p:nvSpPr>
          <p:cNvPr id="51" name="מציין מיקום של תמונה 23">
            <a:extLst>
              <a:ext uri="{FF2B5EF4-FFF2-40B4-BE49-F238E27FC236}">
                <a16:creationId xmlns:a16="http://schemas.microsoft.com/office/drawing/2014/main" id="{7BBADCE0-02E8-3249-8CBA-17D3783DFE70}"/>
              </a:ext>
            </a:extLst>
          </p:cNvPr>
          <p:cNvSpPr>
            <a:spLocks noGrp="1"/>
          </p:cNvSpPr>
          <p:nvPr>
            <p:ph type="pic" sz="quarter" idx="46"/>
          </p:nvPr>
        </p:nvSpPr>
        <p:spPr>
          <a:xfrm flipH="1">
            <a:off x="2139678" y="4118551"/>
            <a:ext cx="904987" cy="905641"/>
          </a:xfrm>
        </p:spPr>
        <p:txBody>
          <a:bodyPr rtlCol="1">
            <a:noAutofit/>
          </a:bodyPr>
          <a:lstStyle>
            <a:lvl1pPr marL="0" indent="0" algn="r" rtl="1">
              <a:buNone/>
              <a:defRPr sz="14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על הסמל כדי להוסיף תמונה</a:t>
            </a:r>
          </a:p>
        </p:txBody>
      </p:sp>
      <p:sp>
        <p:nvSpPr>
          <p:cNvPr id="52" name="מציין מיקום טקסט 28">
            <a:extLst>
              <a:ext uri="{FF2B5EF4-FFF2-40B4-BE49-F238E27FC236}">
                <a16:creationId xmlns:a16="http://schemas.microsoft.com/office/drawing/2014/main" id="{8D294C40-97E4-FF4F-8A02-10FC7D0EE8B0}"/>
              </a:ext>
            </a:extLst>
          </p:cNvPr>
          <p:cNvSpPr>
            <a:spLocks noGrp="1"/>
          </p:cNvSpPr>
          <p:nvPr>
            <p:ph type="body" sz="quarter" idx="47" hasCustomPrompt="1"/>
          </p:nvPr>
        </p:nvSpPr>
        <p:spPr>
          <a:xfrm flipH="1">
            <a:off x="763427" y="5044362"/>
            <a:ext cx="2281237" cy="347662"/>
          </a:xfrm>
        </p:spPr>
        <p:txBody>
          <a:bodyPr lIns="0" tIns="0" rIns="0" bIns="0" rtlCol="1" anchor="b" anchorCtr="0">
            <a:noAutofit/>
          </a:bodyPr>
          <a:lstStyle>
            <a:lvl1pPr marL="0" indent="0" algn="r" rtl="1">
              <a:lnSpc>
                <a:spcPct val="100000"/>
              </a:lnSpc>
              <a:spcBef>
                <a:spcPts val="0"/>
              </a:spcBef>
              <a:buNone/>
              <a:defRPr sz="1800" b="1"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שם</a:t>
            </a:r>
          </a:p>
        </p:txBody>
      </p:sp>
      <p:sp>
        <p:nvSpPr>
          <p:cNvPr id="53" name="מציין מיקום טקסט 28">
            <a:extLst>
              <a:ext uri="{FF2B5EF4-FFF2-40B4-BE49-F238E27FC236}">
                <a16:creationId xmlns:a16="http://schemas.microsoft.com/office/drawing/2014/main" id="{8B38241F-01B5-574C-A827-67C6352C463C}"/>
              </a:ext>
            </a:extLst>
          </p:cNvPr>
          <p:cNvSpPr>
            <a:spLocks noGrp="1"/>
          </p:cNvSpPr>
          <p:nvPr>
            <p:ph type="body" sz="quarter" idx="48" hasCustomPrompt="1"/>
          </p:nvPr>
        </p:nvSpPr>
        <p:spPr>
          <a:xfrm flipH="1">
            <a:off x="763428" y="5429608"/>
            <a:ext cx="2281237" cy="347662"/>
          </a:xfrm>
        </p:spPr>
        <p:txBody>
          <a:bodyPr lIns="0" tIns="0" rIns="0" bIns="0" rtlCol="1">
            <a:noAutofit/>
          </a:bodyPr>
          <a:lstStyle>
            <a:lvl1pPr marL="0" indent="0" algn="r" rtl="1">
              <a:lnSpc>
                <a:spcPct val="100000"/>
              </a:lnSpc>
              <a:spcBef>
                <a:spcPts val="0"/>
              </a:spcBef>
              <a:buNone/>
              <a:defRPr sz="1400" b="0" spc="2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rtl="1"/>
            <a:r>
              <a:rPr lang="he-IL" noProof="0"/>
              <a:t>תפקיד</a:t>
            </a:r>
          </a:p>
        </p:txBody>
      </p:sp>
      <p:sp>
        <p:nvSpPr>
          <p:cNvPr id="18" name="מציין מיקום של תאריך 17">
            <a:extLst>
              <a:ext uri="{FF2B5EF4-FFF2-40B4-BE49-F238E27FC236}">
                <a16:creationId xmlns:a16="http://schemas.microsoft.com/office/drawing/2014/main" id="{30445668-2DC5-E84C-8B16-922BC95F13F2}"/>
              </a:ext>
            </a:extLst>
          </p:cNvPr>
          <p:cNvSpPr>
            <a:spLocks noGrp="1"/>
          </p:cNvSpPr>
          <p:nvPr>
            <p:ph type="dt" sz="half" idx="25"/>
          </p:nvPr>
        </p:nvSpPr>
        <p:spPr>
          <a:xfrm flipH="1">
            <a:off x="9067800" y="6356350"/>
            <a:ext cx="2743200" cy="365125"/>
          </a:xfrm>
        </p:spPr>
        <p:txBody>
          <a:bodyPr rtlCol="1">
            <a:noAutofit/>
          </a:bodyPr>
          <a:lstStyle>
            <a:lvl1pPr algn="r" rtl="1">
              <a:defRPr>
                <a:solidFill>
                  <a:schemeClr val="accent3"/>
                </a:solidFill>
                <a:latin typeface="Tahoma" panose="020B0604030504040204" pitchFamily="34" charset="0"/>
                <a:ea typeface="Tahoma" panose="020B0604030504040204" pitchFamily="34" charset="0"/>
                <a:cs typeface="Tahoma" panose="020B0604030504040204" pitchFamily="34" charset="0"/>
              </a:defRPr>
            </a:lvl1pPr>
          </a:lstStyle>
          <a:p>
            <a:fld id="{90748E7C-A3FA-4725-B4ED-F0C24F1B6135}" type="datetime1">
              <a:rPr lang="he-IL" noProof="0" smtClean="0">
                <a:latin typeface="Tahoma" panose="020B0604030504040204" pitchFamily="34" charset="0"/>
              </a:rPr>
              <a:t>כ"ו/שבט/תשפ"ד</a:t>
            </a:fld>
            <a:endParaRPr lang="he-IL" noProof="0">
              <a:latin typeface="Tahoma" panose="020B0604030504040204" pitchFamily="34" charset="0"/>
            </a:endParaRPr>
          </a:p>
        </p:txBody>
      </p:sp>
      <p:sp>
        <p:nvSpPr>
          <p:cNvPr id="22" name="מציין מיקום של כותרת תחתונה 21">
            <a:extLst>
              <a:ext uri="{FF2B5EF4-FFF2-40B4-BE49-F238E27FC236}">
                <a16:creationId xmlns:a16="http://schemas.microsoft.com/office/drawing/2014/main" id="{D9227732-A878-814C-8621-64ED1B2CCF9F}"/>
              </a:ext>
            </a:extLst>
          </p:cNvPr>
          <p:cNvSpPr>
            <a:spLocks noGrp="1"/>
          </p:cNvSpPr>
          <p:nvPr>
            <p:ph type="ftr" sz="quarter" idx="26"/>
          </p:nvPr>
        </p:nvSpPr>
        <p:spPr>
          <a:xfrm flipH="1">
            <a:off x="4038600" y="6356350"/>
            <a:ext cx="4114800" cy="365125"/>
          </a:xfrm>
        </p:spPr>
        <p:txBody>
          <a:bodyPr rtlCol="1">
            <a:noAutofit/>
          </a:bodyPr>
          <a:lstStyle>
            <a:lvl1pPr algn="r" rtl="1">
              <a:defRPr>
                <a:solidFill>
                  <a:schemeClr val="accent3"/>
                </a:solidFill>
                <a:latin typeface="Tahoma" panose="020B0604030504040204" pitchFamily="34" charset="0"/>
                <a:ea typeface="Tahoma" panose="020B0604030504040204" pitchFamily="34" charset="0"/>
                <a:cs typeface="Tahoma" panose="020B0604030504040204" pitchFamily="34" charset="0"/>
              </a:defRPr>
            </a:lvl1pPr>
          </a:lstStyle>
          <a:p>
            <a:pPr algn="ctr"/>
            <a:r>
              <a:rPr lang="he-IL" dirty="0"/>
              <a:t>כותרת המצגת</a:t>
            </a:r>
          </a:p>
        </p:txBody>
      </p:sp>
      <p:sp>
        <p:nvSpPr>
          <p:cNvPr id="23" name="מציין מיקום של מספר שקופית 22">
            <a:extLst>
              <a:ext uri="{FF2B5EF4-FFF2-40B4-BE49-F238E27FC236}">
                <a16:creationId xmlns:a16="http://schemas.microsoft.com/office/drawing/2014/main" id="{CE9F02AC-6DFB-0C47-BC8E-4B0594007F33}"/>
              </a:ext>
            </a:extLst>
          </p:cNvPr>
          <p:cNvSpPr>
            <a:spLocks noGrp="1"/>
          </p:cNvSpPr>
          <p:nvPr>
            <p:ph type="sldNum" sz="quarter" idx="27"/>
          </p:nvPr>
        </p:nvSpPr>
        <p:spPr>
          <a:xfrm flipH="1">
            <a:off x="381000" y="6356350"/>
            <a:ext cx="2743200" cy="365125"/>
          </a:xfrm>
        </p:spPr>
        <p:txBody>
          <a:bodyPr rtlCol="1">
            <a:noAutofit/>
          </a:bodyPr>
          <a:lstStyle>
            <a:lvl1pPr algn="r" rtl="1">
              <a:defRPr>
                <a:solidFill>
                  <a:schemeClr val="accent3"/>
                </a:solidFill>
                <a:latin typeface="Tahoma" panose="020B0604030504040204" pitchFamily="34" charset="0"/>
                <a:ea typeface="Tahoma" panose="020B0604030504040204" pitchFamily="34" charset="0"/>
                <a:cs typeface="Tahoma" panose="020B0604030504040204" pitchFamily="34" charset="0"/>
              </a:defRPr>
            </a:lvl1pPr>
          </a:lstStyle>
          <a:p>
            <a:pPr algn="l"/>
            <a:fld id="{294A09A9-5501-47C1-A89A-A340965A2BE2}" type="slidenum">
              <a:rPr lang="he-IL" smtClean="0"/>
              <a:pPr algn="l"/>
              <a:t>‹#›</a:t>
            </a:fld>
            <a:endParaRPr lang="he-IL" dirty="0"/>
          </a:p>
        </p:txBody>
      </p:sp>
    </p:spTree>
    <p:extLst>
      <p:ext uri="{BB962C8B-B14F-4D97-AF65-F5344CB8AC3E}">
        <p14:creationId xmlns:p14="http://schemas.microsoft.com/office/powerpoint/2010/main" val="2005721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ציר זמן">
    <p:bg>
      <p:bgPr>
        <a:solidFill>
          <a:schemeClr val="accent1"/>
        </a:solidFill>
        <a:effectLst/>
      </p:bgPr>
    </p:bg>
    <p:spTree>
      <p:nvGrpSpPr>
        <p:cNvPr id="1" name=""/>
        <p:cNvGrpSpPr/>
        <p:nvPr/>
      </p:nvGrpSpPr>
      <p:grpSpPr>
        <a:xfrm>
          <a:off x="0" y="0"/>
          <a:ext cx="0" cy="0"/>
          <a:chOff x="0" y="0"/>
          <a:chExt cx="0" cy="0"/>
        </a:xfrm>
      </p:grpSpPr>
      <p:sp>
        <p:nvSpPr>
          <p:cNvPr id="4" name="צורה חופשית 3">
            <a:extLst>
              <a:ext uri="{FF2B5EF4-FFF2-40B4-BE49-F238E27FC236}">
                <a16:creationId xmlns:a16="http://schemas.microsoft.com/office/drawing/2014/main" id="{6A7F6A3F-E1DD-A246-9A6D-5F9B18BA2588}"/>
              </a:ext>
            </a:extLst>
          </p:cNvPr>
          <p:cNvSpPr/>
          <p:nvPr userDrawn="1"/>
        </p:nvSpPr>
        <p:spPr>
          <a:xfrm>
            <a:off x="0"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5" name="צורה חופשית 4">
            <a:extLst>
              <a:ext uri="{FF2B5EF4-FFF2-40B4-BE49-F238E27FC236}">
                <a16:creationId xmlns:a16="http://schemas.microsoft.com/office/drawing/2014/main" id="{055FD0FC-C8FF-6741-A364-A29CDC6F9495}"/>
              </a:ext>
            </a:extLst>
          </p:cNvPr>
          <p:cNvSpPr/>
          <p:nvPr userDrawn="1"/>
        </p:nvSpPr>
        <p:spPr>
          <a:xfrm rot="16200000">
            <a:off x="8580895"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2" name="כותרת 1">
            <a:extLst>
              <a:ext uri="{FF2B5EF4-FFF2-40B4-BE49-F238E27FC236}">
                <a16:creationId xmlns:a16="http://schemas.microsoft.com/office/drawing/2014/main" id="{3CD97974-B93C-4C96-B3F6-F69E3D6DE6CA}"/>
              </a:ext>
            </a:extLst>
          </p:cNvPr>
          <p:cNvSpPr>
            <a:spLocks noGrp="1"/>
          </p:cNvSpPr>
          <p:nvPr>
            <p:ph type="title"/>
          </p:nvPr>
        </p:nvSpPr>
        <p:spPr>
          <a:xfrm flipH="1">
            <a:off x="1245325" y="381000"/>
            <a:ext cx="9779183" cy="1325563"/>
          </a:xfrm>
        </p:spPr>
        <p:txBody>
          <a:bodyPr rtlCol="1" anchor="b">
            <a:noAutofit/>
          </a:bodyPr>
          <a:lstStyle>
            <a:lvl1pPr algn="r" rtl="1">
              <a:defRPr sz="4800" b="1">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כדי לערוך סגנון כותרת של תבנית בסיס</a:t>
            </a:r>
          </a:p>
        </p:txBody>
      </p:sp>
      <p:sp>
        <p:nvSpPr>
          <p:cNvPr id="3" name="מציין מיקום תוכן 2">
            <a:extLst>
              <a:ext uri="{FF2B5EF4-FFF2-40B4-BE49-F238E27FC236}">
                <a16:creationId xmlns:a16="http://schemas.microsoft.com/office/drawing/2014/main" id="{8A6FC6F2-80B4-49A7-9448-33FE2DF0E967}"/>
              </a:ext>
            </a:extLst>
          </p:cNvPr>
          <p:cNvSpPr>
            <a:spLocks noGrp="1"/>
          </p:cNvSpPr>
          <p:nvPr>
            <p:ph idx="1"/>
          </p:nvPr>
        </p:nvSpPr>
        <p:spPr>
          <a:xfrm flipH="1">
            <a:off x="1245325" y="2087561"/>
            <a:ext cx="9779182" cy="3366815"/>
          </a:xfrm>
        </p:spPr>
        <p:txBody>
          <a:bodyPr rtlCol="1">
            <a:noAutofit/>
          </a:bodyPr>
          <a:lstStyle>
            <a:lvl1pPr marL="0" indent="0" algn="r" rtl="1">
              <a:buNone/>
              <a:defRPr>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914400" indent="0" algn="r" rtl="1">
              <a:buNone/>
              <a:defRPr>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371600" indent="0" algn="r" rtl="1">
              <a:buNone/>
              <a:defRPr>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1828800" indent="0" algn="r" rtl="1">
              <a:buNone/>
              <a:defRPr>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10" name="מציין מיקום של תאריך 3">
            <a:extLst>
              <a:ext uri="{FF2B5EF4-FFF2-40B4-BE49-F238E27FC236}">
                <a16:creationId xmlns:a16="http://schemas.microsoft.com/office/drawing/2014/main" id="{7536C149-3EFE-A94E-902D-57CED00B2C0F}"/>
              </a:ext>
            </a:extLst>
          </p:cNvPr>
          <p:cNvSpPr>
            <a:spLocks noGrp="1"/>
          </p:cNvSpPr>
          <p:nvPr>
            <p:ph type="dt" sz="half" idx="2"/>
          </p:nvPr>
        </p:nvSpPr>
        <p:spPr>
          <a:xfrm flipH="1">
            <a:off x="10109982" y="6356350"/>
            <a:ext cx="1701018" cy="365125"/>
          </a:xfrm>
          <a:prstGeom prst="rect">
            <a:avLst/>
          </a:prstGeom>
        </p:spPr>
        <p:txBody>
          <a:bodyPr vert="horz" lIns="91440" tIns="45720" rIns="91440" bIns="45720" rtlCol="1" anchor="ctr">
            <a:noAutofit/>
          </a:bodyPr>
          <a:lstStyle>
            <a:lvl1pPr algn="r" rtl="1">
              <a:defRPr sz="1200">
                <a:solidFill>
                  <a:schemeClr val="accent3"/>
                </a:solidFill>
                <a:latin typeface="Tahoma" panose="020B0604030504040204" pitchFamily="34" charset="0"/>
                <a:ea typeface="Tahoma" panose="020B0604030504040204" pitchFamily="34" charset="0"/>
                <a:cs typeface="Tahoma" panose="020B0604030504040204" pitchFamily="34" charset="0"/>
              </a:defRPr>
            </a:lvl1pPr>
          </a:lstStyle>
          <a:p>
            <a:fld id="{263F5300-4465-4B5A-B4EE-2C004C5F8C88}" type="datetime1">
              <a:rPr lang="he-IL" noProof="0" smtClean="0">
                <a:latin typeface="Tahoma" panose="020B0604030504040204" pitchFamily="34" charset="0"/>
              </a:rPr>
              <a:t>כ"ו/שבט/תשפ"ד</a:t>
            </a:fld>
            <a:endParaRPr lang="he-IL" noProof="0">
              <a:latin typeface="Tahoma" panose="020B0604030504040204" pitchFamily="34" charset="0"/>
            </a:endParaRPr>
          </a:p>
        </p:txBody>
      </p:sp>
      <p:sp>
        <p:nvSpPr>
          <p:cNvPr id="11" name="מציין מיקום של כותרת תחתונה 4">
            <a:extLst>
              <a:ext uri="{FF2B5EF4-FFF2-40B4-BE49-F238E27FC236}">
                <a16:creationId xmlns:a16="http://schemas.microsoft.com/office/drawing/2014/main" id="{53CA1E78-F17D-F34D-9F81-0DBF44F37894}"/>
              </a:ext>
            </a:extLst>
          </p:cNvPr>
          <p:cNvSpPr>
            <a:spLocks noGrp="1"/>
          </p:cNvSpPr>
          <p:nvPr>
            <p:ph type="ftr" sz="quarter" idx="3"/>
          </p:nvPr>
        </p:nvSpPr>
        <p:spPr>
          <a:xfrm flipH="1">
            <a:off x="4038600" y="6356350"/>
            <a:ext cx="4114800" cy="365125"/>
          </a:xfrm>
          <a:prstGeom prst="rect">
            <a:avLst/>
          </a:prstGeom>
        </p:spPr>
        <p:txBody>
          <a:bodyPr vert="horz" lIns="91440" tIns="45720" rIns="91440" bIns="45720" rtlCol="1" anchor="ctr">
            <a:noAutofit/>
          </a:bodyPr>
          <a:lstStyle>
            <a:lvl1pPr algn="ctr" rtl="1">
              <a:defRPr sz="1200">
                <a:solidFill>
                  <a:schemeClr val="accent2"/>
                </a:solidFill>
                <a:latin typeface="Tahoma" panose="020B0604030504040204" pitchFamily="34" charset="0"/>
                <a:ea typeface="Tahoma" panose="020B0604030504040204" pitchFamily="34" charset="0"/>
                <a:cs typeface="Tahoma" panose="020B0604030504040204" pitchFamily="34" charset="0"/>
              </a:defRPr>
            </a:lvl1pPr>
          </a:lstStyle>
          <a:p>
            <a:r>
              <a:rPr lang="he-IL" noProof="0"/>
              <a:t>כותרת המצגת</a:t>
            </a:r>
            <a:endParaRPr lang="he-IL" noProof="0">
              <a:latin typeface="Tahoma" panose="020B0604030504040204" pitchFamily="34" charset="0"/>
            </a:endParaRPr>
          </a:p>
        </p:txBody>
      </p:sp>
      <p:sp>
        <p:nvSpPr>
          <p:cNvPr id="12" name="מציין מיקום של מספר שקופית 5">
            <a:extLst>
              <a:ext uri="{FF2B5EF4-FFF2-40B4-BE49-F238E27FC236}">
                <a16:creationId xmlns:a16="http://schemas.microsoft.com/office/drawing/2014/main" id="{1FE54918-A625-F64F-A42E-A427E9B2D489}"/>
              </a:ext>
            </a:extLst>
          </p:cNvPr>
          <p:cNvSpPr>
            <a:spLocks noGrp="1"/>
          </p:cNvSpPr>
          <p:nvPr>
            <p:ph type="sldNum" sz="quarter" idx="4"/>
          </p:nvPr>
        </p:nvSpPr>
        <p:spPr>
          <a:xfrm flipH="1">
            <a:off x="381001" y="6356350"/>
            <a:ext cx="1657723" cy="365125"/>
          </a:xfrm>
          <a:prstGeom prst="rect">
            <a:avLst/>
          </a:prstGeom>
        </p:spPr>
        <p:txBody>
          <a:bodyPr vert="horz" lIns="91440" tIns="45720" rIns="91440" bIns="45720" rtlCol="1" anchor="ctr">
            <a:noAutofit/>
          </a:bodyPr>
          <a:lstStyle>
            <a:lvl1pPr algn="r" rtl="1">
              <a:defRPr sz="1200">
                <a:solidFill>
                  <a:schemeClr val="accent2"/>
                </a:solidFill>
                <a:latin typeface="Tahoma" panose="020B0604030504040204" pitchFamily="34" charset="0"/>
                <a:ea typeface="Tahoma" panose="020B0604030504040204" pitchFamily="34" charset="0"/>
                <a:cs typeface="Tahoma" panose="020B0604030504040204" pitchFamily="34" charset="0"/>
              </a:defRPr>
            </a:lvl1pPr>
          </a:lstStyle>
          <a:p>
            <a:pPr algn="l"/>
            <a:fld id="{294A09A9-5501-47C1-A89A-A340965A2BE2}" type="slidenum">
              <a:rPr lang="he-IL" smtClean="0"/>
              <a:pPr algn="l"/>
              <a:t>‹#›</a:t>
            </a:fld>
            <a:endParaRPr lang="he-IL" dirty="0"/>
          </a:p>
        </p:txBody>
      </p:sp>
    </p:spTree>
    <p:extLst>
      <p:ext uri="{BB962C8B-B14F-4D97-AF65-F5344CB8AC3E}">
        <p14:creationId xmlns:p14="http://schemas.microsoft.com/office/powerpoint/2010/main" val="569275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כותרת ותוכן 2">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CD97974-B93C-4C96-B3F6-F69E3D6DE6CA}"/>
              </a:ext>
            </a:extLst>
          </p:cNvPr>
          <p:cNvSpPr>
            <a:spLocks noGrp="1"/>
          </p:cNvSpPr>
          <p:nvPr>
            <p:ph type="title"/>
          </p:nvPr>
        </p:nvSpPr>
        <p:spPr>
          <a:xfrm flipH="1">
            <a:off x="1245325" y="381000"/>
            <a:ext cx="9779183" cy="1325563"/>
          </a:xfrm>
        </p:spPr>
        <p:txBody>
          <a:bodyPr rtlCol="1" anchor="b">
            <a:noAutofit/>
          </a:bodyPr>
          <a:lstStyle>
            <a:lvl1pPr algn="r" rtl="1">
              <a:defRPr sz="4800" b="1">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כדי לערוך סגנון כותרת של תבנית בסיס</a:t>
            </a:r>
          </a:p>
        </p:txBody>
      </p:sp>
      <p:sp>
        <p:nvSpPr>
          <p:cNvPr id="3" name="מציין מיקום תוכן 2">
            <a:extLst>
              <a:ext uri="{FF2B5EF4-FFF2-40B4-BE49-F238E27FC236}">
                <a16:creationId xmlns:a16="http://schemas.microsoft.com/office/drawing/2014/main" id="{8A6FC6F2-80B4-49A7-9448-33FE2DF0E967}"/>
              </a:ext>
            </a:extLst>
          </p:cNvPr>
          <p:cNvSpPr>
            <a:spLocks noGrp="1"/>
          </p:cNvSpPr>
          <p:nvPr>
            <p:ph idx="1"/>
          </p:nvPr>
        </p:nvSpPr>
        <p:spPr>
          <a:xfrm flipH="1">
            <a:off x="6361067" y="2528203"/>
            <a:ext cx="4663440" cy="2828613"/>
          </a:xfrm>
        </p:spPr>
        <p:txBody>
          <a:bodyPr rtlCol="1">
            <a:noAutofit/>
          </a:bodyPr>
          <a:lstStyle>
            <a:lvl1pPr marL="0" indent="0" algn="r" rtl="1">
              <a:buNone/>
              <a:defRPr sz="2000">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sz="1800">
                <a:latin typeface="Tahoma" panose="020B0604030504040204" pitchFamily="34" charset="0"/>
                <a:ea typeface="Tahoma" panose="020B0604030504040204" pitchFamily="34" charset="0"/>
                <a:cs typeface="Tahoma" panose="020B0604030504040204" pitchFamily="34" charset="0"/>
              </a:defRPr>
            </a:lvl2pPr>
            <a:lvl3pPr marL="914400" indent="0" algn="r" rtl="1">
              <a:buNone/>
              <a:defRPr sz="1600">
                <a:latin typeface="Tahoma" panose="020B0604030504040204" pitchFamily="34" charset="0"/>
                <a:ea typeface="Tahoma" panose="020B0604030504040204" pitchFamily="34" charset="0"/>
                <a:cs typeface="Tahoma" panose="020B0604030504040204" pitchFamily="34" charset="0"/>
              </a:defRPr>
            </a:lvl3pPr>
            <a:lvl4pPr marL="1371600" indent="0" algn="r" rtl="1">
              <a:buNone/>
              <a:defRPr sz="1400">
                <a:latin typeface="Tahoma" panose="020B0604030504040204" pitchFamily="34" charset="0"/>
                <a:ea typeface="Tahoma" panose="020B0604030504040204" pitchFamily="34" charset="0"/>
                <a:cs typeface="Tahoma" panose="020B0604030504040204" pitchFamily="34" charset="0"/>
              </a:defRPr>
            </a:lvl4pPr>
            <a:lvl5pPr marL="1828800" indent="0" algn="r" rtl="1">
              <a:buNone/>
              <a:defRPr sz="1400">
                <a:latin typeface="Tahoma" panose="020B0604030504040204" pitchFamily="34" charset="0"/>
                <a:ea typeface="Tahoma" panose="020B0604030504040204" pitchFamily="34" charset="0"/>
                <a:cs typeface="Tahoma" panose="020B0604030504040204" pitchFamily="34" charset="0"/>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4" name="צורה חופשית 3">
            <a:extLst>
              <a:ext uri="{FF2B5EF4-FFF2-40B4-BE49-F238E27FC236}">
                <a16:creationId xmlns:a16="http://schemas.microsoft.com/office/drawing/2014/main" id="{6A7F6A3F-E1DD-A246-9A6D-5F9B18BA2588}"/>
              </a:ext>
            </a:extLst>
          </p:cNvPr>
          <p:cNvSpPr/>
          <p:nvPr userDrawn="1"/>
        </p:nvSpPr>
        <p:spPr>
          <a:xfrm>
            <a:off x="0"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5" name="צורה חופשית 4">
            <a:extLst>
              <a:ext uri="{FF2B5EF4-FFF2-40B4-BE49-F238E27FC236}">
                <a16:creationId xmlns:a16="http://schemas.microsoft.com/office/drawing/2014/main" id="{055FD0FC-C8FF-6741-A364-A29CDC6F9495}"/>
              </a:ext>
            </a:extLst>
          </p:cNvPr>
          <p:cNvSpPr/>
          <p:nvPr userDrawn="1"/>
        </p:nvSpPr>
        <p:spPr>
          <a:xfrm>
            <a:off x="0"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6" name="צורה חופשית 5">
            <a:extLst>
              <a:ext uri="{FF2B5EF4-FFF2-40B4-BE49-F238E27FC236}">
                <a16:creationId xmlns:a16="http://schemas.microsoft.com/office/drawing/2014/main" id="{D11C9832-A021-954E-A34F-2988D1189AE9}"/>
              </a:ext>
            </a:extLst>
          </p:cNvPr>
          <p:cNvSpPr/>
          <p:nvPr userDrawn="1"/>
        </p:nvSpPr>
        <p:spPr>
          <a:xfrm flipH="1">
            <a:off x="11258143"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grpSp>
        <p:nvGrpSpPr>
          <p:cNvPr id="9" name="קבוצה 8">
            <a:extLst>
              <a:ext uri="{FF2B5EF4-FFF2-40B4-BE49-F238E27FC236}">
                <a16:creationId xmlns:a16="http://schemas.microsoft.com/office/drawing/2014/main" id="{9861BC34-DFBF-2D4F-B463-FCFBC08391FF}"/>
              </a:ext>
            </a:extLst>
          </p:cNvPr>
          <p:cNvGrpSpPr/>
          <p:nvPr userDrawn="1"/>
        </p:nvGrpSpPr>
        <p:grpSpPr>
          <a:xfrm flipH="1">
            <a:off x="2537528" y="5590903"/>
            <a:ext cx="1572380" cy="1267097"/>
            <a:chOff x="7413403" y="4976359"/>
            <a:chExt cx="2334986" cy="1881641"/>
          </a:xfrm>
        </p:grpSpPr>
        <p:sp>
          <p:nvSpPr>
            <p:cNvPr id="7" name="צורה חופשית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8" name="צורה חופשית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grpSp>
      <p:sp>
        <p:nvSpPr>
          <p:cNvPr id="10" name="מציין מיקום של תאריך 3">
            <a:extLst>
              <a:ext uri="{FF2B5EF4-FFF2-40B4-BE49-F238E27FC236}">
                <a16:creationId xmlns:a16="http://schemas.microsoft.com/office/drawing/2014/main" id="{7536C149-3EFE-A94E-902D-57CED00B2C0F}"/>
              </a:ext>
            </a:extLst>
          </p:cNvPr>
          <p:cNvSpPr>
            <a:spLocks noGrp="1"/>
          </p:cNvSpPr>
          <p:nvPr>
            <p:ph type="dt" sz="half" idx="2"/>
          </p:nvPr>
        </p:nvSpPr>
        <p:spPr>
          <a:xfrm flipH="1">
            <a:off x="9067800" y="6356350"/>
            <a:ext cx="2743200" cy="365125"/>
          </a:xfrm>
          <a:prstGeom prst="rect">
            <a:avLst/>
          </a:prstGeom>
        </p:spPr>
        <p:txBody>
          <a:bodyPr vert="horz" lIns="91440" tIns="45720" rIns="91440" bIns="45720" rtlCol="1" anchor="ctr">
            <a:noAutofit/>
          </a:bodyPr>
          <a:lstStyle>
            <a:lvl1pPr algn="r" rtl="1">
              <a:defRPr sz="1200">
                <a:solidFill>
                  <a:schemeClr val="accent3"/>
                </a:solidFill>
                <a:latin typeface="Tahoma" panose="020B0604030504040204" pitchFamily="34" charset="0"/>
                <a:ea typeface="Tahoma" panose="020B0604030504040204" pitchFamily="34" charset="0"/>
                <a:cs typeface="Tahoma" panose="020B0604030504040204" pitchFamily="34" charset="0"/>
              </a:defRPr>
            </a:lvl1pPr>
          </a:lstStyle>
          <a:p>
            <a:fld id="{53CCF85D-FFC4-4866-9D86-F748FAD5F760}" type="datetime1">
              <a:rPr lang="he-IL" noProof="0" smtClean="0">
                <a:latin typeface="Tahoma" panose="020B0604030504040204" pitchFamily="34" charset="0"/>
              </a:rPr>
              <a:t>כ"ו/שבט/תשפ"ד</a:t>
            </a:fld>
            <a:endParaRPr lang="he-IL" noProof="0">
              <a:latin typeface="Tahoma" panose="020B0604030504040204" pitchFamily="34" charset="0"/>
            </a:endParaRPr>
          </a:p>
        </p:txBody>
      </p:sp>
      <p:sp>
        <p:nvSpPr>
          <p:cNvPr id="11" name="מציין מיקום של כותרת תחתונה 4">
            <a:extLst>
              <a:ext uri="{FF2B5EF4-FFF2-40B4-BE49-F238E27FC236}">
                <a16:creationId xmlns:a16="http://schemas.microsoft.com/office/drawing/2014/main" id="{53CA1E78-F17D-F34D-9F81-0DBF44F37894}"/>
              </a:ext>
            </a:extLst>
          </p:cNvPr>
          <p:cNvSpPr>
            <a:spLocks noGrp="1"/>
          </p:cNvSpPr>
          <p:nvPr>
            <p:ph type="ftr" sz="quarter" idx="3"/>
          </p:nvPr>
        </p:nvSpPr>
        <p:spPr>
          <a:xfrm flipH="1">
            <a:off x="4038600" y="6356350"/>
            <a:ext cx="4114800" cy="365125"/>
          </a:xfrm>
          <a:prstGeom prst="rect">
            <a:avLst/>
          </a:prstGeom>
        </p:spPr>
        <p:txBody>
          <a:bodyPr vert="horz" lIns="91440" tIns="45720" rIns="91440" bIns="45720" rtlCol="1" anchor="ctr">
            <a:noAutofit/>
          </a:bodyPr>
          <a:lstStyle>
            <a:lvl1pPr algn="ctr" rtl="1">
              <a:defRPr sz="1200">
                <a:solidFill>
                  <a:schemeClr val="accent3"/>
                </a:solidFill>
                <a:latin typeface="Tahoma" panose="020B0604030504040204" pitchFamily="34" charset="0"/>
                <a:ea typeface="Tahoma" panose="020B0604030504040204" pitchFamily="34" charset="0"/>
                <a:cs typeface="Tahoma" panose="020B0604030504040204" pitchFamily="34" charset="0"/>
              </a:defRPr>
            </a:lvl1pPr>
          </a:lstStyle>
          <a:p>
            <a:r>
              <a:rPr lang="he-IL" noProof="0"/>
              <a:t>כותרת המצגת</a:t>
            </a:r>
            <a:endParaRPr lang="he-IL" noProof="0">
              <a:latin typeface="Tahoma" panose="020B0604030504040204" pitchFamily="34" charset="0"/>
            </a:endParaRPr>
          </a:p>
        </p:txBody>
      </p:sp>
      <p:sp>
        <p:nvSpPr>
          <p:cNvPr id="12" name="מציין מיקום של מספר שקופית 5">
            <a:extLst>
              <a:ext uri="{FF2B5EF4-FFF2-40B4-BE49-F238E27FC236}">
                <a16:creationId xmlns:a16="http://schemas.microsoft.com/office/drawing/2014/main" id="{1FE54918-A625-F64F-A42E-A427E9B2D489}"/>
              </a:ext>
            </a:extLst>
          </p:cNvPr>
          <p:cNvSpPr>
            <a:spLocks noGrp="1"/>
          </p:cNvSpPr>
          <p:nvPr>
            <p:ph type="sldNum" sz="quarter" idx="4"/>
          </p:nvPr>
        </p:nvSpPr>
        <p:spPr>
          <a:xfrm flipH="1">
            <a:off x="381001" y="6356350"/>
            <a:ext cx="1657723" cy="365125"/>
          </a:xfrm>
          <a:prstGeom prst="rect">
            <a:avLst/>
          </a:prstGeom>
        </p:spPr>
        <p:txBody>
          <a:bodyPr vert="horz" lIns="91440" tIns="45720" rIns="91440" bIns="45720" rtlCol="1" anchor="ctr">
            <a:noAutofit/>
          </a:bodyPr>
          <a:lstStyle>
            <a:lvl1pPr algn="l" rtl="1">
              <a:defRPr sz="1200">
                <a:solidFill>
                  <a:schemeClr val="accent2"/>
                </a:solidFill>
                <a:latin typeface="Tahoma" panose="020B0604030504040204" pitchFamily="34" charset="0"/>
                <a:ea typeface="Tahoma" panose="020B0604030504040204" pitchFamily="34" charset="0"/>
                <a:cs typeface="Tahoma" panose="020B0604030504040204" pitchFamily="34" charset="0"/>
              </a:defRPr>
            </a:lvl1pPr>
          </a:lstStyle>
          <a:p>
            <a:pPr algn="l"/>
            <a:fld id="{294A09A9-5501-47C1-A89A-A340965A2BE2}" type="slidenum">
              <a:rPr lang="he-IL" smtClean="0"/>
              <a:pPr/>
              <a:t>‹#›</a:t>
            </a:fld>
            <a:endParaRPr lang="he-IL" dirty="0"/>
          </a:p>
        </p:txBody>
      </p:sp>
      <p:sp>
        <p:nvSpPr>
          <p:cNvPr id="13" name="מציין מיקום תוכן 2">
            <a:extLst>
              <a:ext uri="{FF2B5EF4-FFF2-40B4-BE49-F238E27FC236}">
                <a16:creationId xmlns:a16="http://schemas.microsoft.com/office/drawing/2014/main" id="{94CA559C-3355-DE44-ACF9-BDB6083C4225}"/>
              </a:ext>
            </a:extLst>
          </p:cNvPr>
          <p:cNvSpPr>
            <a:spLocks noGrp="1"/>
          </p:cNvSpPr>
          <p:nvPr>
            <p:ph idx="10"/>
          </p:nvPr>
        </p:nvSpPr>
        <p:spPr>
          <a:xfrm flipH="1">
            <a:off x="1245325" y="2528203"/>
            <a:ext cx="4663440" cy="2828613"/>
          </a:xfrm>
        </p:spPr>
        <p:txBody>
          <a:bodyPr rtlCol="1">
            <a:noAutofit/>
          </a:bodyPr>
          <a:lstStyle>
            <a:lvl1pPr marL="0" indent="0" algn="r" rtl="1">
              <a:buNone/>
              <a:defRPr sz="2000">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sz="1800">
                <a:latin typeface="Tahoma" panose="020B0604030504040204" pitchFamily="34" charset="0"/>
                <a:ea typeface="Tahoma" panose="020B0604030504040204" pitchFamily="34" charset="0"/>
                <a:cs typeface="Tahoma" panose="020B0604030504040204" pitchFamily="34" charset="0"/>
              </a:defRPr>
            </a:lvl2pPr>
            <a:lvl3pPr marL="914400" indent="0" algn="r" rtl="1">
              <a:buNone/>
              <a:defRPr sz="1600">
                <a:latin typeface="Tahoma" panose="020B0604030504040204" pitchFamily="34" charset="0"/>
                <a:ea typeface="Tahoma" panose="020B0604030504040204" pitchFamily="34" charset="0"/>
                <a:cs typeface="Tahoma" panose="020B0604030504040204" pitchFamily="34" charset="0"/>
              </a:defRPr>
            </a:lvl3pPr>
            <a:lvl4pPr marL="1371600" indent="0" algn="r" rtl="1">
              <a:buNone/>
              <a:defRPr sz="1400">
                <a:latin typeface="Tahoma" panose="020B0604030504040204" pitchFamily="34" charset="0"/>
                <a:ea typeface="Tahoma" panose="020B0604030504040204" pitchFamily="34" charset="0"/>
                <a:cs typeface="Tahoma" panose="020B0604030504040204" pitchFamily="34" charset="0"/>
              </a:defRPr>
            </a:lvl4pPr>
            <a:lvl5pPr marL="1828800" indent="0" algn="r" rtl="1">
              <a:buNone/>
              <a:defRPr sz="1400">
                <a:latin typeface="Tahoma" panose="020B0604030504040204" pitchFamily="34" charset="0"/>
                <a:ea typeface="Tahoma" panose="020B0604030504040204" pitchFamily="34" charset="0"/>
                <a:cs typeface="Tahoma" panose="020B0604030504040204" pitchFamily="34" charset="0"/>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14" name="מציין מיקום תוכן 2">
            <a:extLst>
              <a:ext uri="{FF2B5EF4-FFF2-40B4-BE49-F238E27FC236}">
                <a16:creationId xmlns:a16="http://schemas.microsoft.com/office/drawing/2014/main" id="{0B33DABA-7BF5-1147-BA5E-63B92F220E51}"/>
              </a:ext>
            </a:extLst>
          </p:cNvPr>
          <p:cNvSpPr>
            <a:spLocks noGrp="1"/>
          </p:cNvSpPr>
          <p:nvPr>
            <p:ph idx="11"/>
          </p:nvPr>
        </p:nvSpPr>
        <p:spPr>
          <a:xfrm flipH="1">
            <a:off x="6361067" y="2005689"/>
            <a:ext cx="4663440" cy="522514"/>
          </a:xfrm>
        </p:spPr>
        <p:txBody>
          <a:bodyPr rtlCol="1">
            <a:noAutofit/>
          </a:bodyPr>
          <a:lstStyle>
            <a:lvl1pPr marL="0" indent="0" algn="r" rtl="1">
              <a:buNone/>
              <a:defRPr sz="2400" b="1">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sz="2000" b="1">
                <a:latin typeface="Tahoma" panose="020B0604030504040204" pitchFamily="34" charset="0"/>
                <a:ea typeface="Tahoma" panose="020B0604030504040204" pitchFamily="34" charset="0"/>
                <a:cs typeface="Tahoma" panose="020B0604030504040204" pitchFamily="34" charset="0"/>
              </a:defRPr>
            </a:lvl2pPr>
            <a:lvl3pPr marL="914400" indent="0" algn="r" rtl="1">
              <a:buNone/>
              <a:defRPr sz="1800" b="1">
                <a:latin typeface="Tahoma" panose="020B0604030504040204" pitchFamily="34" charset="0"/>
                <a:ea typeface="Tahoma" panose="020B0604030504040204" pitchFamily="34" charset="0"/>
                <a:cs typeface="Tahoma" panose="020B0604030504040204" pitchFamily="34" charset="0"/>
              </a:defRPr>
            </a:lvl3pPr>
            <a:lvl4pPr marL="1371600" indent="0" algn="r" rtl="1">
              <a:buNone/>
              <a:defRPr sz="1600" b="1">
                <a:latin typeface="Tahoma" panose="020B0604030504040204" pitchFamily="34" charset="0"/>
                <a:ea typeface="Tahoma" panose="020B0604030504040204" pitchFamily="34" charset="0"/>
                <a:cs typeface="Tahoma" panose="020B0604030504040204" pitchFamily="34" charset="0"/>
              </a:defRPr>
            </a:lvl4pPr>
            <a:lvl5pPr marL="1828800" indent="0" algn="r" rtl="1">
              <a:buNone/>
              <a:defRPr sz="1600" b="1">
                <a:latin typeface="Tahoma" panose="020B0604030504040204" pitchFamily="34" charset="0"/>
                <a:ea typeface="Tahoma" panose="020B0604030504040204" pitchFamily="34" charset="0"/>
                <a:cs typeface="Tahoma" panose="020B0604030504040204" pitchFamily="34" charset="0"/>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15" name="מציין מיקום תוכן 2">
            <a:extLst>
              <a:ext uri="{FF2B5EF4-FFF2-40B4-BE49-F238E27FC236}">
                <a16:creationId xmlns:a16="http://schemas.microsoft.com/office/drawing/2014/main" id="{1B05BEE9-8BC0-EC44-B913-DB6426DF2EA7}"/>
              </a:ext>
            </a:extLst>
          </p:cNvPr>
          <p:cNvSpPr>
            <a:spLocks noGrp="1"/>
          </p:cNvSpPr>
          <p:nvPr>
            <p:ph idx="12"/>
          </p:nvPr>
        </p:nvSpPr>
        <p:spPr>
          <a:xfrm flipH="1">
            <a:off x="1245325" y="2005689"/>
            <a:ext cx="4663440" cy="522514"/>
          </a:xfrm>
        </p:spPr>
        <p:txBody>
          <a:bodyPr rtlCol="1">
            <a:noAutofit/>
          </a:bodyPr>
          <a:lstStyle>
            <a:lvl1pPr marL="0" indent="0" algn="r" rtl="1">
              <a:buNone/>
              <a:defRPr sz="2400" b="1">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sz="2000" b="1">
                <a:latin typeface="Tahoma" panose="020B0604030504040204" pitchFamily="34" charset="0"/>
                <a:ea typeface="Tahoma" panose="020B0604030504040204" pitchFamily="34" charset="0"/>
                <a:cs typeface="Tahoma" panose="020B0604030504040204" pitchFamily="34" charset="0"/>
              </a:defRPr>
            </a:lvl2pPr>
            <a:lvl3pPr marL="914400" indent="0" algn="r" rtl="1">
              <a:buNone/>
              <a:defRPr sz="1800" b="1">
                <a:latin typeface="Tahoma" panose="020B0604030504040204" pitchFamily="34" charset="0"/>
                <a:ea typeface="Tahoma" panose="020B0604030504040204" pitchFamily="34" charset="0"/>
                <a:cs typeface="Tahoma" panose="020B0604030504040204" pitchFamily="34" charset="0"/>
              </a:defRPr>
            </a:lvl3pPr>
            <a:lvl4pPr marL="1371600" indent="0" algn="r" rtl="1">
              <a:buNone/>
              <a:defRPr sz="1600" b="1">
                <a:latin typeface="Tahoma" panose="020B0604030504040204" pitchFamily="34" charset="0"/>
                <a:ea typeface="Tahoma" panose="020B0604030504040204" pitchFamily="34" charset="0"/>
                <a:cs typeface="Tahoma" panose="020B0604030504040204" pitchFamily="34" charset="0"/>
              </a:defRPr>
            </a:lvl4pPr>
            <a:lvl5pPr marL="1828800" indent="0" algn="r" rtl="1">
              <a:buNone/>
              <a:defRPr sz="1600" b="1">
                <a:latin typeface="Tahoma" panose="020B0604030504040204" pitchFamily="34" charset="0"/>
                <a:ea typeface="Tahoma" panose="020B0604030504040204" pitchFamily="34" charset="0"/>
                <a:cs typeface="Tahoma" panose="020B0604030504040204" pitchFamily="34" charset="0"/>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Tree>
    <p:extLst>
      <p:ext uri="{BB962C8B-B14F-4D97-AF65-F5344CB8AC3E}">
        <p14:creationId xmlns:p14="http://schemas.microsoft.com/office/powerpoint/2010/main" val="2131912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כותרת ותוכן 3">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CD97974-B93C-4C96-B3F6-F69E3D6DE6CA}"/>
              </a:ext>
            </a:extLst>
          </p:cNvPr>
          <p:cNvSpPr>
            <a:spLocks noGrp="1"/>
          </p:cNvSpPr>
          <p:nvPr>
            <p:ph type="title"/>
          </p:nvPr>
        </p:nvSpPr>
        <p:spPr>
          <a:xfrm flipH="1">
            <a:off x="1245325" y="381000"/>
            <a:ext cx="9779183" cy="1325563"/>
          </a:xfrm>
        </p:spPr>
        <p:txBody>
          <a:bodyPr rtlCol="1" anchor="b">
            <a:noAutofit/>
          </a:bodyPr>
          <a:lstStyle>
            <a:lvl1pPr algn="r" rtl="1">
              <a:defRPr sz="4800" b="1">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כדי לערוך סגנון כותרת של תבנית בסיס</a:t>
            </a:r>
          </a:p>
        </p:txBody>
      </p:sp>
      <p:sp>
        <p:nvSpPr>
          <p:cNvPr id="3" name="מציין מיקום תוכן 2">
            <a:extLst>
              <a:ext uri="{FF2B5EF4-FFF2-40B4-BE49-F238E27FC236}">
                <a16:creationId xmlns:a16="http://schemas.microsoft.com/office/drawing/2014/main" id="{8A6FC6F2-80B4-49A7-9448-33FE2DF0E967}"/>
              </a:ext>
            </a:extLst>
          </p:cNvPr>
          <p:cNvSpPr>
            <a:spLocks noGrp="1"/>
          </p:cNvSpPr>
          <p:nvPr>
            <p:ph idx="1"/>
          </p:nvPr>
        </p:nvSpPr>
        <p:spPr>
          <a:xfrm flipH="1">
            <a:off x="7805821" y="2526318"/>
            <a:ext cx="3218688" cy="2828613"/>
          </a:xfrm>
        </p:spPr>
        <p:txBody>
          <a:bodyPr rtlCol="1">
            <a:noAutofit/>
          </a:bodyPr>
          <a:lstStyle>
            <a:lvl1pPr marL="0" indent="0" algn="r" rtl="1">
              <a:buNone/>
              <a:defRPr sz="2000">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sz="1800">
                <a:latin typeface="Tahoma" panose="020B0604030504040204" pitchFamily="34" charset="0"/>
                <a:ea typeface="Tahoma" panose="020B0604030504040204" pitchFamily="34" charset="0"/>
                <a:cs typeface="Tahoma" panose="020B0604030504040204" pitchFamily="34" charset="0"/>
              </a:defRPr>
            </a:lvl2pPr>
            <a:lvl3pPr marL="914400" indent="0" algn="r" rtl="1">
              <a:buNone/>
              <a:defRPr sz="1600">
                <a:latin typeface="Tahoma" panose="020B0604030504040204" pitchFamily="34" charset="0"/>
                <a:ea typeface="Tahoma" panose="020B0604030504040204" pitchFamily="34" charset="0"/>
                <a:cs typeface="Tahoma" panose="020B0604030504040204" pitchFamily="34" charset="0"/>
              </a:defRPr>
            </a:lvl3pPr>
            <a:lvl4pPr marL="1371600" indent="0" algn="r" rtl="1">
              <a:buNone/>
              <a:defRPr sz="1400">
                <a:latin typeface="Tahoma" panose="020B0604030504040204" pitchFamily="34" charset="0"/>
                <a:ea typeface="Tahoma" panose="020B0604030504040204" pitchFamily="34" charset="0"/>
                <a:cs typeface="Tahoma" panose="020B0604030504040204" pitchFamily="34" charset="0"/>
              </a:defRPr>
            </a:lvl4pPr>
            <a:lvl5pPr marL="1828800" indent="0" algn="r" rtl="1">
              <a:buNone/>
              <a:defRPr sz="1400">
                <a:latin typeface="Tahoma" panose="020B0604030504040204" pitchFamily="34" charset="0"/>
                <a:ea typeface="Tahoma" panose="020B0604030504040204" pitchFamily="34" charset="0"/>
                <a:cs typeface="Tahoma" panose="020B0604030504040204" pitchFamily="34" charset="0"/>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4" name="צורה חופשית 3">
            <a:extLst>
              <a:ext uri="{FF2B5EF4-FFF2-40B4-BE49-F238E27FC236}">
                <a16:creationId xmlns:a16="http://schemas.microsoft.com/office/drawing/2014/main" id="{6A7F6A3F-E1DD-A246-9A6D-5F9B18BA2588}"/>
              </a:ext>
            </a:extLst>
          </p:cNvPr>
          <p:cNvSpPr/>
          <p:nvPr userDrawn="1"/>
        </p:nvSpPr>
        <p:spPr>
          <a:xfrm rot="16200000" flipH="1">
            <a:off x="0"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5" name="צורה חופשית 4">
            <a:extLst>
              <a:ext uri="{FF2B5EF4-FFF2-40B4-BE49-F238E27FC236}">
                <a16:creationId xmlns:a16="http://schemas.microsoft.com/office/drawing/2014/main" id="{055FD0FC-C8FF-6741-A364-A29CDC6F9495}"/>
              </a:ext>
            </a:extLst>
          </p:cNvPr>
          <p:cNvSpPr/>
          <p:nvPr userDrawn="1"/>
        </p:nvSpPr>
        <p:spPr>
          <a:xfrm flipH="1">
            <a:off x="8583260"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6" name="צורה חופשית 5">
            <a:extLst>
              <a:ext uri="{FF2B5EF4-FFF2-40B4-BE49-F238E27FC236}">
                <a16:creationId xmlns:a16="http://schemas.microsoft.com/office/drawing/2014/main" id="{D11C9832-A021-954E-A34F-2988D1189AE9}"/>
              </a:ext>
            </a:extLst>
          </p:cNvPr>
          <p:cNvSpPr/>
          <p:nvPr userDrawn="1"/>
        </p:nvSpPr>
        <p:spPr>
          <a:xfrm rot="16200000">
            <a:off x="0" y="5924144"/>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grpSp>
        <p:nvGrpSpPr>
          <p:cNvPr id="9" name="קבוצה 8">
            <a:extLst>
              <a:ext uri="{FF2B5EF4-FFF2-40B4-BE49-F238E27FC236}">
                <a16:creationId xmlns:a16="http://schemas.microsoft.com/office/drawing/2014/main" id="{9861BC34-DFBF-2D4F-B463-FCFBC08391FF}"/>
              </a:ext>
            </a:extLst>
          </p:cNvPr>
          <p:cNvGrpSpPr/>
          <p:nvPr userDrawn="1"/>
        </p:nvGrpSpPr>
        <p:grpSpPr>
          <a:xfrm flipH="1">
            <a:off x="8032203" y="5590903"/>
            <a:ext cx="1572380" cy="1267097"/>
            <a:chOff x="7413403" y="4976359"/>
            <a:chExt cx="2334986" cy="1881641"/>
          </a:xfrm>
        </p:grpSpPr>
        <p:sp>
          <p:nvSpPr>
            <p:cNvPr id="7" name="צורה חופשית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8" name="צורה חופשית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grpSp>
      <p:sp>
        <p:nvSpPr>
          <p:cNvPr id="10" name="מציין מיקום של תאריך 3">
            <a:extLst>
              <a:ext uri="{FF2B5EF4-FFF2-40B4-BE49-F238E27FC236}">
                <a16:creationId xmlns:a16="http://schemas.microsoft.com/office/drawing/2014/main" id="{7536C149-3EFE-A94E-902D-57CED00B2C0F}"/>
              </a:ext>
            </a:extLst>
          </p:cNvPr>
          <p:cNvSpPr>
            <a:spLocks noGrp="1"/>
          </p:cNvSpPr>
          <p:nvPr>
            <p:ph type="dt" sz="half" idx="2"/>
          </p:nvPr>
        </p:nvSpPr>
        <p:spPr>
          <a:xfrm flipH="1">
            <a:off x="10043886" y="6356350"/>
            <a:ext cx="1767114" cy="365125"/>
          </a:xfrm>
          <a:prstGeom prst="rect">
            <a:avLst/>
          </a:prstGeom>
        </p:spPr>
        <p:txBody>
          <a:bodyPr vert="horz" lIns="91440" tIns="45720" rIns="91440" bIns="45720" rtlCol="1" anchor="ctr">
            <a:noAutofit/>
          </a:bodyPr>
          <a:lstStyle>
            <a:lvl1pPr algn="r" rtl="1">
              <a:defRPr sz="1200">
                <a:solidFill>
                  <a:schemeClr val="accent2"/>
                </a:solidFill>
                <a:latin typeface="Tahoma" panose="020B0604030504040204" pitchFamily="34" charset="0"/>
                <a:ea typeface="Tahoma" panose="020B0604030504040204" pitchFamily="34" charset="0"/>
                <a:cs typeface="Tahoma" panose="020B0604030504040204" pitchFamily="34" charset="0"/>
              </a:defRPr>
            </a:lvl1pPr>
          </a:lstStyle>
          <a:p>
            <a:fld id="{8FE27541-FDB3-41A0-83A1-8763AF362743}" type="datetime1">
              <a:rPr lang="he-IL" noProof="0" smtClean="0">
                <a:latin typeface="Tahoma" panose="020B0604030504040204" pitchFamily="34" charset="0"/>
              </a:rPr>
              <a:t>כ"ו/שבט/תשפ"ד</a:t>
            </a:fld>
            <a:endParaRPr lang="he-IL" noProof="0">
              <a:latin typeface="Tahoma" panose="020B0604030504040204" pitchFamily="34" charset="0"/>
            </a:endParaRPr>
          </a:p>
        </p:txBody>
      </p:sp>
      <p:sp>
        <p:nvSpPr>
          <p:cNvPr id="11" name="מציין מיקום של כותרת תחתונה 4">
            <a:extLst>
              <a:ext uri="{FF2B5EF4-FFF2-40B4-BE49-F238E27FC236}">
                <a16:creationId xmlns:a16="http://schemas.microsoft.com/office/drawing/2014/main" id="{53CA1E78-F17D-F34D-9F81-0DBF44F37894}"/>
              </a:ext>
            </a:extLst>
          </p:cNvPr>
          <p:cNvSpPr>
            <a:spLocks noGrp="1"/>
          </p:cNvSpPr>
          <p:nvPr>
            <p:ph type="ftr" sz="quarter" idx="3"/>
          </p:nvPr>
        </p:nvSpPr>
        <p:spPr>
          <a:xfrm flipH="1">
            <a:off x="4038600" y="6356350"/>
            <a:ext cx="4114800" cy="365125"/>
          </a:xfrm>
          <a:prstGeom prst="rect">
            <a:avLst/>
          </a:prstGeom>
        </p:spPr>
        <p:txBody>
          <a:bodyPr vert="horz" lIns="91440" tIns="45720" rIns="91440" bIns="45720" rtlCol="1" anchor="ctr">
            <a:noAutofit/>
          </a:bodyPr>
          <a:lstStyle>
            <a:lvl1pPr algn="ctr" rtl="1">
              <a:defRPr sz="1200">
                <a:solidFill>
                  <a:schemeClr val="accent3"/>
                </a:solidFill>
                <a:latin typeface="Tahoma" panose="020B0604030504040204" pitchFamily="34" charset="0"/>
                <a:ea typeface="Tahoma" panose="020B0604030504040204" pitchFamily="34" charset="0"/>
                <a:cs typeface="Tahoma" panose="020B0604030504040204" pitchFamily="34" charset="0"/>
              </a:defRPr>
            </a:lvl1pPr>
          </a:lstStyle>
          <a:p>
            <a:r>
              <a:rPr lang="he-IL" noProof="0"/>
              <a:t>כותרת המצגת</a:t>
            </a:r>
            <a:endParaRPr lang="he-IL" noProof="0">
              <a:latin typeface="Tahoma" panose="020B0604030504040204" pitchFamily="34" charset="0"/>
            </a:endParaRPr>
          </a:p>
        </p:txBody>
      </p:sp>
      <p:sp>
        <p:nvSpPr>
          <p:cNvPr id="13" name="מציין מיקום תוכן 2">
            <a:extLst>
              <a:ext uri="{FF2B5EF4-FFF2-40B4-BE49-F238E27FC236}">
                <a16:creationId xmlns:a16="http://schemas.microsoft.com/office/drawing/2014/main" id="{94CA559C-3355-DE44-ACF9-BDB6083C4225}"/>
              </a:ext>
            </a:extLst>
          </p:cNvPr>
          <p:cNvSpPr>
            <a:spLocks noGrp="1"/>
          </p:cNvSpPr>
          <p:nvPr>
            <p:ph idx="10"/>
          </p:nvPr>
        </p:nvSpPr>
        <p:spPr>
          <a:xfrm flipH="1">
            <a:off x="4334934" y="2526318"/>
            <a:ext cx="3173279" cy="2828613"/>
          </a:xfrm>
        </p:spPr>
        <p:txBody>
          <a:bodyPr rtlCol="1">
            <a:noAutofit/>
          </a:bodyPr>
          <a:lstStyle>
            <a:lvl1pPr marL="0" indent="0" algn="r" rtl="1">
              <a:buNone/>
              <a:defRPr sz="2000">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sz="1800">
                <a:latin typeface="Tahoma" panose="020B0604030504040204" pitchFamily="34" charset="0"/>
                <a:ea typeface="Tahoma" panose="020B0604030504040204" pitchFamily="34" charset="0"/>
                <a:cs typeface="Tahoma" panose="020B0604030504040204" pitchFamily="34" charset="0"/>
              </a:defRPr>
            </a:lvl2pPr>
            <a:lvl3pPr marL="914400" indent="0" algn="r" rtl="1">
              <a:buNone/>
              <a:defRPr sz="1600">
                <a:latin typeface="Tahoma" panose="020B0604030504040204" pitchFamily="34" charset="0"/>
                <a:ea typeface="Tahoma" panose="020B0604030504040204" pitchFamily="34" charset="0"/>
                <a:cs typeface="Tahoma" panose="020B0604030504040204" pitchFamily="34" charset="0"/>
              </a:defRPr>
            </a:lvl3pPr>
            <a:lvl4pPr marL="1371600" indent="0" algn="r" rtl="1">
              <a:buNone/>
              <a:defRPr sz="1400">
                <a:latin typeface="Tahoma" panose="020B0604030504040204" pitchFamily="34" charset="0"/>
                <a:ea typeface="Tahoma" panose="020B0604030504040204" pitchFamily="34" charset="0"/>
                <a:cs typeface="Tahoma" panose="020B0604030504040204" pitchFamily="34" charset="0"/>
              </a:defRPr>
            </a:lvl4pPr>
            <a:lvl5pPr marL="1828800" indent="0" algn="r" rtl="1">
              <a:buNone/>
              <a:defRPr sz="1400">
                <a:latin typeface="Tahoma" panose="020B0604030504040204" pitchFamily="34" charset="0"/>
                <a:ea typeface="Tahoma" panose="020B0604030504040204" pitchFamily="34" charset="0"/>
                <a:cs typeface="Tahoma" panose="020B0604030504040204" pitchFamily="34" charset="0"/>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14" name="מציין מיקום תוכן 2">
            <a:extLst>
              <a:ext uri="{FF2B5EF4-FFF2-40B4-BE49-F238E27FC236}">
                <a16:creationId xmlns:a16="http://schemas.microsoft.com/office/drawing/2014/main" id="{0B33DABA-7BF5-1147-BA5E-63B92F220E51}"/>
              </a:ext>
            </a:extLst>
          </p:cNvPr>
          <p:cNvSpPr>
            <a:spLocks noGrp="1"/>
          </p:cNvSpPr>
          <p:nvPr>
            <p:ph idx="11"/>
          </p:nvPr>
        </p:nvSpPr>
        <p:spPr>
          <a:xfrm flipH="1">
            <a:off x="7851229" y="2003804"/>
            <a:ext cx="3173278" cy="522514"/>
          </a:xfrm>
        </p:spPr>
        <p:txBody>
          <a:bodyPr rtlCol="1">
            <a:noAutofit/>
          </a:bodyPr>
          <a:lstStyle>
            <a:lvl1pPr marL="0" indent="0" algn="r" rtl="1">
              <a:buNone/>
              <a:defRPr sz="2400" b="1">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sz="2000" b="1">
                <a:latin typeface="Tahoma" panose="020B0604030504040204" pitchFamily="34" charset="0"/>
                <a:ea typeface="Tahoma" panose="020B0604030504040204" pitchFamily="34" charset="0"/>
                <a:cs typeface="Tahoma" panose="020B0604030504040204" pitchFamily="34" charset="0"/>
              </a:defRPr>
            </a:lvl2pPr>
            <a:lvl3pPr marL="914400" indent="0" algn="r" rtl="1">
              <a:buNone/>
              <a:defRPr sz="1800" b="1">
                <a:latin typeface="Tahoma" panose="020B0604030504040204" pitchFamily="34" charset="0"/>
                <a:ea typeface="Tahoma" panose="020B0604030504040204" pitchFamily="34" charset="0"/>
                <a:cs typeface="Tahoma" panose="020B0604030504040204" pitchFamily="34" charset="0"/>
              </a:defRPr>
            </a:lvl3pPr>
            <a:lvl4pPr marL="1371600" indent="0" algn="r" rtl="1">
              <a:buNone/>
              <a:defRPr sz="1600" b="1">
                <a:latin typeface="Tahoma" panose="020B0604030504040204" pitchFamily="34" charset="0"/>
                <a:ea typeface="Tahoma" panose="020B0604030504040204" pitchFamily="34" charset="0"/>
                <a:cs typeface="Tahoma" panose="020B0604030504040204" pitchFamily="34" charset="0"/>
              </a:defRPr>
            </a:lvl4pPr>
            <a:lvl5pPr marL="1828800" indent="0" algn="r" rtl="1">
              <a:buNone/>
              <a:defRPr sz="1600" b="1">
                <a:latin typeface="Tahoma" panose="020B0604030504040204" pitchFamily="34" charset="0"/>
                <a:ea typeface="Tahoma" panose="020B0604030504040204" pitchFamily="34" charset="0"/>
                <a:cs typeface="Tahoma" panose="020B0604030504040204" pitchFamily="34" charset="0"/>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15" name="מציין מיקום תוכן 2">
            <a:extLst>
              <a:ext uri="{FF2B5EF4-FFF2-40B4-BE49-F238E27FC236}">
                <a16:creationId xmlns:a16="http://schemas.microsoft.com/office/drawing/2014/main" id="{1B05BEE9-8BC0-EC44-B913-DB6426DF2EA7}"/>
              </a:ext>
            </a:extLst>
          </p:cNvPr>
          <p:cNvSpPr>
            <a:spLocks noGrp="1"/>
          </p:cNvSpPr>
          <p:nvPr>
            <p:ph idx="12"/>
          </p:nvPr>
        </p:nvSpPr>
        <p:spPr>
          <a:xfrm flipH="1">
            <a:off x="4334934" y="2003804"/>
            <a:ext cx="3173278" cy="522514"/>
          </a:xfrm>
        </p:spPr>
        <p:txBody>
          <a:bodyPr rtlCol="1">
            <a:noAutofit/>
          </a:bodyPr>
          <a:lstStyle>
            <a:lvl1pPr marL="0" indent="0" algn="r" rtl="1">
              <a:buNone/>
              <a:defRPr sz="2400" b="1">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sz="2000" b="1">
                <a:latin typeface="Tahoma" panose="020B0604030504040204" pitchFamily="34" charset="0"/>
                <a:ea typeface="Tahoma" panose="020B0604030504040204" pitchFamily="34" charset="0"/>
                <a:cs typeface="Tahoma" panose="020B0604030504040204" pitchFamily="34" charset="0"/>
              </a:defRPr>
            </a:lvl2pPr>
            <a:lvl3pPr marL="914400" indent="0" algn="r" rtl="1">
              <a:buNone/>
              <a:defRPr sz="1800" b="1">
                <a:latin typeface="Tahoma" panose="020B0604030504040204" pitchFamily="34" charset="0"/>
                <a:ea typeface="Tahoma" panose="020B0604030504040204" pitchFamily="34" charset="0"/>
                <a:cs typeface="Tahoma" panose="020B0604030504040204" pitchFamily="34" charset="0"/>
              </a:defRPr>
            </a:lvl3pPr>
            <a:lvl4pPr marL="1371600" indent="0" algn="r" rtl="1">
              <a:buNone/>
              <a:defRPr sz="1600" b="1">
                <a:latin typeface="Tahoma" panose="020B0604030504040204" pitchFamily="34" charset="0"/>
                <a:ea typeface="Tahoma" panose="020B0604030504040204" pitchFamily="34" charset="0"/>
                <a:cs typeface="Tahoma" panose="020B0604030504040204" pitchFamily="34" charset="0"/>
              </a:defRPr>
            </a:lvl4pPr>
            <a:lvl5pPr marL="1828800" indent="0" algn="r" rtl="1">
              <a:buNone/>
              <a:defRPr sz="1600" b="1">
                <a:latin typeface="Tahoma" panose="020B0604030504040204" pitchFamily="34" charset="0"/>
                <a:ea typeface="Tahoma" panose="020B0604030504040204" pitchFamily="34" charset="0"/>
                <a:cs typeface="Tahoma" panose="020B0604030504040204" pitchFamily="34" charset="0"/>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16" name="מציין מיקום תוכן 2">
            <a:extLst>
              <a:ext uri="{FF2B5EF4-FFF2-40B4-BE49-F238E27FC236}">
                <a16:creationId xmlns:a16="http://schemas.microsoft.com/office/drawing/2014/main" id="{43D62993-A055-DF4F-9286-4FFE3A5C7FD7}"/>
              </a:ext>
            </a:extLst>
          </p:cNvPr>
          <p:cNvSpPr>
            <a:spLocks noGrp="1"/>
          </p:cNvSpPr>
          <p:nvPr>
            <p:ph idx="13"/>
          </p:nvPr>
        </p:nvSpPr>
        <p:spPr>
          <a:xfrm flipH="1">
            <a:off x="818639" y="2526318"/>
            <a:ext cx="3173279" cy="2828613"/>
          </a:xfrm>
        </p:spPr>
        <p:txBody>
          <a:bodyPr rtlCol="1">
            <a:noAutofit/>
          </a:bodyPr>
          <a:lstStyle>
            <a:lvl1pPr marL="0" indent="0" algn="r" rtl="1">
              <a:buNone/>
              <a:defRPr sz="2000">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sz="1800">
                <a:latin typeface="Tahoma" panose="020B0604030504040204" pitchFamily="34" charset="0"/>
                <a:ea typeface="Tahoma" panose="020B0604030504040204" pitchFamily="34" charset="0"/>
                <a:cs typeface="Tahoma" panose="020B0604030504040204" pitchFamily="34" charset="0"/>
              </a:defRPr>
            </a:lvl2pPr>
            <a:lvl3pPr marL="914400" indent="0" algn="r" rtl="1">
              <a:buNone/>
              <a:defRPr sz="1600">
                <a:latin typeface="Tahoma" panose="020B0604030504040204" pitchFamily="34" charset="0"/>
                <a:ea typeface="Tahoma" panose="020B0604030504040204" pitchFamily="34" charset="0"/>
                <a:cs typeface="Tahoma" panose="020B0604030504040204" pitchFamily="34" charset="0"/>
              </a:defRPr>
            </a:lvl3pPr>
            <a:lvl4pPr marL="1371600" indent="0" algn="r" rtl="1">
              <a:buNone/>
              <a:defRPr sz="1400">
                <a:latin typeface="Tahoma" panose="020B0604030504040204" pitchFamily="34" charset="0"/>
                <a:ea typeface="Tahoma" panose="020B0604030504040204" pitchFamily="34" charset="0"/>
                <a:cs typeface="Tahoma" panose="020B0604030504040204" pitchFamily="34" charset="0"/>
              </a:defRPr>
            </a:lvl4pPr>
            <a:lvl5pPr marL="1828800" indent="0" algn="r" rtl="1">
              <a:buNone/>
              <a:defRPr sz="1400">
                <a:latin typeface="Tahoma" panose="020B0604030504040204" pitchFamily="34" charset="0"/>
                <a:ea typeface="Tahoma" panose="020B0604030504040204" pitchFamily="34" charset="0"/>
                <a:cs typeface="Tahoma" panose="020B0604030504040204" pitchFamily="34" charset="0"/>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17" name="מציין מיקום תוכן 2">
            <a:extLst>
              <a:ext uri="{FF2B5EF4-FFF2-40B4-BE49-F238E27FC236}">
                <a16:creationId xmlns:a16="http://schemas.microsoft.com/office/drawing/2014/main" id="{A896DA2E-4448-254C-86D1-9E16E63CC6A0}"/>
              </a:ext>
            </a:extLst>
          </p:cNvPr>
          <p:cNvSpPr>
            <a:spLocks noGrp="1"/>
          </p:cNvSpPr>
          <p:nvPr>
            <p:ph idx="14"/>
          </p:nvPr>
        </p:nvSpPr>
        <p:spPr>
          <a:xfrm flipH="1">
            <a:off x="818639" y="2003804"/>
            <a:ext cx="3173278" cy="522514"/>
          </a:xfrm>
        </p:spPr>
        <p:txBody>
          <a:bodyPr rtlCol="1">
            <a:noAutofit/>
          </a:bodyPr>
          <a:lstStyle>
            <a:lvl1pPr marL="0" indent="0" algn="r" rtl="1">
              <a:buNone/>
              <a:defRPr sz="2400" b="1">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sz="2000" b="1">
                <a:latin typeface="Tahoma" panose="020B0604030504040204" pitchFamily="34" charset="0"/>
                <a:ea typeface="Tahoma" panose="020B0604030504040204" pitchFamily="34" charset="0"/>
                <a:cs typeface="Tahoma" panose="020B0604030504040204" pitchFamily="34" charset="0"/>
              </a:defRPr>
            </a:lvl2pPr>
            <a:lvl3pPr marL="914400" indent="0" algn="r" rtl="1">
              <a:buNone/>
              <a:defRPr sz="1800" b="1">
                <a:latin typeface="Tahoma" panose="020B0604030504040204" pitchFamily="34" charset="0"/>
                <a:ea typeface="Tahoma" panose="020B0604030504040204" pitchFamily="34" charset="0"/>
                <a:cs typeface="Tahoma" panose="020B0604030504040204" pitchFamily="34" charset="0"/>
              </a:defRPr>
            </a:lvl3pPr>
            <a:lvl4pPr marL="1371600" indent="0" algn="r" rtl="1">
              <a:buNone/>
              <a:defRPr sz="1600" b="1">
                <a:latin typeface="Tahoma" panose="020B0604030504040204" pitchFamily="34" charset="0"/>
                <a:ea typeface="Tahoma" panose="020B0604030504040204" pitchFamily="34" charset="0"/>
                <a:cs typeface="Tahoma" panose="020B0604030504040204" pitchFamily="34" charset="0"/>
              </a:defRPr>
            </a:lvl4pPr>
            <a:lvl5pPr marL="1828800" indent="0" algn="r" rtl="1">
              <a:buNone/>
              <a:defRPr sz="1600" b="1">
                <a:latin typeface="Tahoma" panose="020B0604030504040204" pitchFamily="34" charset="0"/>
                <a:ea typeface="Tahoma" panose="020B0604030504040204" pitchFamily="34" charset="0"/>
                <a:cs typeface="Tahoma" panose="020B0604030504040204" pitchFamily="34" charset="0"/>
              </a:defRPr>
            </a:lvl5pPr>
          </a:lstStyle>
          <a:p>
            <a:pPr lvl="0" rtl="1"/>
            <a:r>
              <a:rPr lang="he-IL" noProof="0"/>
              <a:t>לחץ כדי לערוך סגנונות טקסט של תבנית בסיס</a:t>
            </a:r>
          </a:p>
          <a:p>
            <a:pPr lvl="1" rtl="1"/>
            <a:r>
              <a:rPr lang="he-IL" noProof="0"/>
              <a:t>רמה שנייה</a:t>
            </a:r>
          </a:p>
          <a:p>
            <a:pPr lvl="2" rtl="1"/>
            <a:r>
              <a:rPr lang="he-IL" noProof="0"/>
              <a:t>רמה שלישית</a:t>
            </a:r>
          </a:p>
          <a:p>
            <a:pPr lvl="3" rtl="1"/>
            <a:r>
              <a:rPr lang="he-IL" noProof="0"/>
              <a:t>רמה רביעית</a:t>
            </a:r>
          </a:p>
          <a:p>
            <a:pPr lvl="4" rtl="1"/>
            <a:r>
              <a:rPr lang="he-IL" noProof="0"/>
              <a:t>רמה חמישית</a:t>
            </a:r>
          </a:p>
        </p:txBody>
      </p:sp>
      <p:sp>
        <p:nvSpPr>
          <p:cNvPr id="12" name="מציין מיקום של מספר שקופית 5">
            <a:extLst>
              <a:ext uri="{FF2B5EF4-FFF2-40B4-BE49-F238E27FC236}">
                <a16:creationId xmlns:a16="http://schemas.microsoft.com/office/drawing/2014/main" id="{1FE54918-A625-F64F-A42E-A427E9B2D489}"/>
              </a:ext>
            </a:extLst>
          </p:cNvPr>
          <p:cNvSpPr>
            <a:spLocks noGrp="1"/>
          </p:cNvSpPr>
          <p:nvPr>
            <p:ph type="sldNum" sz="quarter" idx="4"/>
          </p:nvPr>
        </p:nvSpPr>
        <p:spPr>
          <a:xfrm flipH="1">
            <a:off x="381001" y="6356350"/>
            <a:ext cx="1657723" cy="365125"/>
          </a:xfrm>
          <a:prstGeom prst="rect">
            <a:avLst/>
          </a:prstGeom>
        </p:spPr>
        <p:txBody>
          <a:bodyPr vert="horz" lIns="91440" tIns="45720" rIns="91440" bIns="45720" rtlCol="1" anchor="ctr">
            <a:noAutofit/>
          </a:bodyPr>
          <a:lstStyle>
            <a:lvl1pPr algn="l" rtl="1">
              <a:defRPr sz="1200">
                <a:solidFill>
                  <a:schemeClr val="accent2"/>
                </a:solidFill>
                <a:latin typeface="Tahoma" panose="020B0604030504040204" pitchFamily="34" charset="0"/>
                <a:ea typeface="Tahoma" panose="020B0604030504040204" pitchFamily="34" charset="0"/>
                <a:cs typeface="Tahoma" panose="020B0604030504040204" pitchFamily="34" charset="0"/>
              </a:defRPr>
            </a:lvl1pPr>
          </a:lstStyle>
          <a:p>
            <a:pPr algn="l"/>
            <a:fld id="{294A09A9-5501-47C1-A89A-A340965A2BE2}" type="slidenum">
              <a:rPr lang="he-IL" smtClean="0"/>
              <a:pPr/>
              <a:t>‹#›</a:t>
            </a:fld>
            <a:endParaRPr lang="he-IL" dirty="0"/>
          </a:p>
        </p:txBody>
      </p:sp>
    </p:spTree>
    <p:extLst>
      <p:ext uri="{BB962C8B-B14F-4D97-AF65-F5344CB8AC3E}">
        <p14:creationId xmlns:p14="http://schemas.microsoft.com/office/powerpoint/2010/main" val="27569764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שקופית סיו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94248F2-5264-4601-AA0B-6C092F77F2DD}"/>
              </a:ext>
            </a:extLst>
          </p:cNvPr>
          <p:cNvSpPr>
            <a:spLocks noGrp="1"/>
          </p:cNvSpPr>
          <p:nvPr>
            <p:ph type="ctrTitle"/>
          </p:nvPr>
        </p:nvSpPr>
        <p:spPr>
          <a:xfrm flipH="1">
            <a:off x="4804228" y="1122363"/>
            <a:ext cx="6220278" cy="2387600"/>
          </a:xfrm>
        </p:spPr>
        <p:txBody>
          <a:bodyPr rtlCol="1" anchor="b">
            <a:noAutofit/>
          </a:bodyPr>
          <a:lstStyle>
            <a:lvl1pPr algn="r" rtl="1">
              <a:defRPr sz="6000" b="1">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כדי לערוך סגנון כותרת של תבנית בסיס</a:t>
            </a:r>
          </a:p>
        </p:txBody>
      </p:sp>
      <p:sp>
        <p:nvSpPr>
          <p:cNvPr id="3" name="כותרת משנה 2">
            <a:extLst>
              <a:ext uri="{FF2B5EF4-FFF2-40B4-BE49-F238E27FC236}">
                <a16:creationId xmlns:a16="http://schemas.microsoft.com/office/drawing/2014/main" id="{DCFB69D3-5632-4285-A209-9DCA67DA668C}"/>
              </a:ext>
            </a:extLst>
          </p:cNvPr>
          <p:cNvSpPr>
            <a:spLocks noGrp="1"/>
          </p:cNvSpPr>
          <p:nvPr>
            <p:ph type="subTitle" idx="1"/>
          </p:nvPr>
        </p:nvSpPr>
        <p:spPr>
          <a:xfrm flipH="1">
            <a:off x="4804230" y="3602038"/>
            <a:ext cx="6220277" cy="2247219"/>
          </a:xfrm>
        </p:spPr>
        <p:txBody>
          <a:bodyPr rtlCol="1">
            <a:noAutofit/>
          </a:bodyPr>
          <a:lstStyle>
            <a:lvl1pPr marL="0" indent="0" algn="r" rtl="1">
              <a:buNone/>
              <a:defRPr sz="2800">
                <a:latin typeface="Tahoma" panose="020B0604030504040204" pitchFamily="34" charset="0"/>
                <a:ea typeface="Tahoma" panose="020B0604030504040204" pitchFamily="34" charset="0"/>
                <a:cs typeface="Tahoma" panose="020B0604030504040204" pitchFamily="34" charset="0"/>
              </a:defRPr>
            </a:lvl1pPr>
            <a:lvl2pPr marL="457200" indent="0" algn="ctr" rtl="1">
              <a:buNone/>
              <a:defRPr sz="2000"/>
            </a:lvl2pPr>
            <a:lvl3pPr marL="914400" indent="0" algn="ctr" rtl="1">
              <a:buNone/>
              <a:defRPr sz="1800"/>
            </a:lvl3pPr>
            <a:lvl4pPr marL="1371600" indent="0" algn="ctr" rtl="1">
              <a:buNone/>
              <a:defRPr sz="1600"/>
            </a:lvl4pPr>
            <a:lvl5pPr marL="1828800" indent="0" algn="ctr" rtl="1">
              <a:buNone/>
              <a:defRPr sz="1600"/>
            </a:lvl5pPr>
            <a:lvl6pPr marL="2286000" indent="0" algn="ctr" rtl="1">
              <a:buNone/>
              <a:defRPr sz="1600"/>
            </a:lvl6pPr>
            <a:lvl7pPr marL="2743200" indent="0" algn="ctr" rtl="1">
              <a:buNone/>
              <a:defRPr sz="1600"/>
            </a:lvl7pPr>
            <a:lvl8pPr marL="3200400" indent="0" algn="ctr" rtl="1">
              <a:buNone/>
              <a:defRPr sz="1600"/>
            </a:lvl8pPr>
            <a:lvl9pPr marL="3657600" indent="0" algn="ctr" rtl="1">
              <a:buNone/>
              <a:defRPr sz="1600"/>
            </a:lvl9pPr>
          </a:lstStyle>
          <a:p>
            <a:pPr rtl="1"/>
            <a:r>
              <a:rPr lang="he-IL" noProof="0"/>
              <a:t>לחץ כדי לערוך סגנון כותרת משנה של תבנית בסיס</a:t>
            </a:r>
          </a:p>
        </p:txBody>
      </p:sp>
      <p:sp>
        <p:nvSpPr>
          <p:cNvPr id="4" name="מלבן 3">
            <a:extLst>
              <a:ext uri="{FF2B5EF4-FFF2-40B4-BE49-F238E27FC236}">
                <a16:creationId xmlns:a16="http://schemas.microsoft.com/office/drawing/2014/main" id="{9AC79249-FDC0-364D-A734-AE1DE1605D28}"/>
              </a:ext>
            </a:extLst>
          </p:cNvPr>
          <p:cNvSpPr/>
          <p:nvPr userDrawn="1"/>
        </p:nvSpPr>
        <p:spPr>
          <a:xfrm flipH="1">
            <a:off x="0"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grpSp>
        <p:nvGrpSpPr>
          <p:cNvPr id="6" name="קבוצה 5">
            <a:extLst>
              <a:ext uri="{FF2B5EF4-FFF2-40B4-BE49-F238E27FC236}">
                <a16:creationId xmlns:a16="http://schemas.microsoft.com/office/drawing/2014/main" id="{F15FBB50-09C8-B64E-AE57-67C5E70810CB}"/>
              </a:ext>
            </a:extLst>
          </p:cNvPr>
          <p:cNvGrpSpPr/>
          <p:nvPr userDrawn="1"/>
        </p:nvGrpSpPr>
        <p:grpSpPr>
          <a:xfrm flipH="1">
            <a:off x="0" y="3685939"/>
            <a:ext cx="3927573" cy="3178856"/>
            <a:chOff x="9857014" y="13834"/>
            <a:chExt cx="2334986" cy="1881641"/>
          </a:xfrm>
        </p:grpSpPr>
        <p:sp>
          <p:nvSpPr>
            <p:cNvPr id="15" name="צורה חופשית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16" name="צורה חופשית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grpSp>
      <p:sp>
        <p:nvSpPr>
          <p:cNvPr id="22" name="צורה חופשית 21">
            <a:extLst>
              <a:ext uri="{FF2B5EF4-FFF2-40B4-BE49-F238E27FC236}">
                <a16:creationId xmlns:a16="http://schemas.microsoft.com/office/drawing/2014/main" id="{BC68F289-2744-2F48-893A-3F17911625C8}"/>
              </a:ext>
            </a:extLst>
          </p:cNvPr>
          <p:cNvSpPr/>
          <p:nvPr userDrawn="1"/>
        </p:nvSpPr>
        <p:spPr>
          <a:xfrm flipH="1">
            <a:off x="11024507"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17" name="צורה חופשית 16">
            <a:extLst>
              <a:ext uri="{FF2B5EF4-FFF2-40B4-BE49-F238E27FC236}">
                <a16:creationId xmlns:a16="http://schemas.microsoft.com/office/drawing/2014/main" id="{39563C76-BC00-DE47-88F5-C24D3CE3325A}"/>
              </a:ext>
            </a:extLst>
          </p:cNvPr>
          <p:cNvSpPr/>
          <p:nvPr userDrawn="1"/>
        </p:nvSpPr>
        <p:spPr>
          <a:xfrm flipH="1">
            <a:off x="-1"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rtl="1"/>
            <a:endParaRPr lang="he-IL" noProof="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9198F9AA-2C87-421D-97C1-B4248DFDC2C2}"/>
              </a:ext>
            </a:extLst>
          </p:cNvPr>
          <p:cNvSpPr>
            <a:spLocks noGrp="1"/>
          </p:cNvSpPr>
          <p:nvPr>
            <p:ph type="title"/>
          </p:nvPr>
        </p:nvSpPr>
        <p:spPr>
          <a:xfrm flipH="1">
            <a:off x="381000" y="381000"/>
            <a:ext cx="11430000" cy="1325563"/>
          </a:xfrm>
          <a:prstGeom prst="rect">
            <a:avLst/>
          </a:prstGeom>
        </p:spPr>
        <p:txBody>
          <a:bodyPr vert="horz" lIns="91440" tIns="45720" rIns="91440" bIns="45720" rtlCol="1" anchor="ctr">
            <a:noAutofit/>
          </a:bodyPr>
          <a:lstStyle/>
          <a:p>
            <a:pPr rtl="1"/>
            <a:r>
              <a:rPr lang="he-IL" noProof="0"/>
              <a:t>לחץ כדי לערוך סגנון כותרת של תבנית בסיס</a:t>
            </a:r>
          </a:p>
        </p:txBody>
      </p:sp>
      <p:sp>
        <p:nvSpPr>
          <p:cNvPr id="3" name="מציין מיקום טקסט 2">
            <a:extLst>
              <a:ext uri="{FF2B5EF4-FFF2-40B4-BE49-F238E27FC236}">
                <a16:creationId xmlns:a16="http://schemas.microsoft.com/office/drawing/2014/main" id="{AE98FC63-C8D2-4CE6-A3F1-EE8ED24590C4}"/>
              </a:ext>
            </a:extLst>
          </p:cNvPr>
          <p:cNvSpPr>
            <a:spLocks noGrp="1"/>
          </p:cNvSpPr>
          <p:nvPr>
            <p:ph type="body" idx="1"/>
          </p:nvPr>
        </p:nvSpPr>
        <p:spPr>
          <a:xfrm flipH="1">
            <a:off x="381000" y="1825625"/>
            <a:ext cx="11430000" cy="4351338"/>
          </a:xfrm>
          <a:prstGeom prst="rect">
            <a:avLst/>
          </a:prstGeom>
        </p:spPr>
        <p:txBody>
          <a:bodyPr vert="horz" lIns="91440" tIns="45720" rIns="91440" bIns="45720" rtlCol="1">
            <a:noAutofit/>
          </a:bodyPr>
          <a:lstStyle/>
          <a:p>
            <a:pPr lvl="0" rtl="1"/>
            <a:r>
              <a:rPr lang="he-IL" noProof="0"/>
              <a:t>לחץ כדי לערוך סגנונות טקסט של תבנית בסיס</a:t>
            </a:r>
          </a:p>
          <a:p>
            <a:pPr lvl="1" rtl="1"/>
            <a:r>
              <a:rPr lang="he-IL" noProof="0"/>
              <a:t>רמה שניה</a:t>
            </a:r>
          </a:p>
          <a:p>
            <a:pPr lvl="2" rtl="1"/>
            <a:r>
              <a:rPr lang="he-IL" noProof="0"/>
              <a:t>רמה שלישית</a:t>
            </a:r>
          </a:p>
          <a:p>
            <a:pPr lvl="3" rtl="1"/>
            <a:r>
              <a:rPr lang="he-IL" noProof="0"/>
              <a:t>רמה רביעית</a:t>
            </a:r>
          </a:p>
          <a:p>
            <a:pPr lvl="4" rtl="1"/>
            <a:r>
              <a:rPr lang="he-IL" noProof="0"/>
              <a:t>רמה חמישית</a:t>
            </a:r>
          </a:p>
        </p:txBody>
      </p:sp>
      <p:sp>
        <p:nvSpPr>
          <p:cNvPr id="4" name="מציין מיקום של תאריך 3">
            <a:extLst>
              <a:ext uri="{FF2B5EF4-FFF2-40B4-BE49-F238E27FC236}">
                <a16:creationId xmlns:a16="http://schemas.microsoft.com/office/drawing/2014/main" id="{EED77A09-15C2-4E47-948E-AACAFCA47D40}"/>
              </a:ext>
            </a:extLst>
          </p:cNvPr>
          <p:cNvSpPr>
            <a:spLocks noGrp="1"/>
          </p:cNvSpPr>
          <p:nvPr>
            <p:ph type="dt" sz="half" idx="2"/>
          </p:nvPr>
        </p:nvSpPr>
        <p:spPr>
          <a:xfrm flipH="1">
            <a:off x="9067800" y="6356350"/>
            <a:ext cx="2743200" cy="365125"/>
          </a:xfrm>
          <a:prstGeom prst="rect">
            <a:avLst/>
          </a:prstGeom>
        </p:spPr>
        <p:txBody>
          <a:bodyPr vert="horz" lIns="91440" tIns="45720" rIns="91440" bIns="45720" rtlCol="1" anchor="ctr">
            <a:noAutofit/>
          </a:bodyPr>
          <a:lstStyle>
            <a:lvl1pPr algn="r" rtl="1">
              <a:defRPr sz="1200">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fld id="{32374856-8065-47DB-9F60-C30C7E98E838}" type="datetime1">
              <a:rPr lang="he-IL" noProof="0" smtClean="0">
                <a:latin typeface="Tahoma" panose="020B0604030504040204" pitchFamily="34" charset="0"/>
                <a:ea typeface="Tahoma" panose="020B0604030504040204" pitchFamily="34" charset="0"/>
                <a:cs typeface="Tahoma" panose="020B0604030504040204" pitchFamily="34" charset="0"/>
              </a:rPr>
              <a:t>כ"ו/שבט/תשפ"ד</a:t>
            </a:fld>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5" name="מציין מיקום של כותרת תחתונה 4">
            <a:extLst>
              <a:ext uri="{FF2B5EF4-FFF2-40B4-BE49-F238E27FC236}">
                <a16:creationId xmlns:a16="http://schemas.microsoft.com/office/drawing/2014/main" id="{60567522-C3B6-46EB-A361-BEC2510B00CA}"/>
              </a:ext>
            </a:extLst>
          </p:cNvPr>
          <p:cNvSpPr>
            <a:spLocks noGrp="1"/>
          </p:cNvSpPr>
          <p:nvPr>
            <p:ph type="ftr" sz="quarter" idx="3"/>
          </p:nvPr>
        </p:nvSpPr>
        <p:spPr>
          <a:xfrm flipH="1">
            <a:off x="4038600" y="6356350"/>
            <a:ext cx="4114800" cy="365125"/>
          </a:xfrm>
          <a:prstGeom prst="rect">
            <a:avLst/>
          </a:prstGeom>
        </p:spPr>
        <p:txBody>
          <a:bodyPr vert="horz" lIns="91440" tIns="45720" rIns="91440" bIns="45720" rtlCol="1" anchor="ctr">
            <a:noAutofit/>
          </a:bodyPr>
          <a:lstStyle>
            <a:lvl1pPr algn="ctr" rtl="1">
              <a:defRPr sz="1200">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he-IL" noProof="0"/>
              <a:t>כותרת המצגת</a:t>
            </a:r>
            <a:endParaRPr lang="he-IL" noProof="0">
              <a:latin typeface="Tahoma" panose="020B0604030504040204" pitchFamily="34" charset="0"/>
              <a:ea typeface="Tahoma" panose="020B0604030504040204" pitchFamily="34" charset="0"/>
              <a:cs typeface="Tahoma" panose="020B0604030504040204" pitchFamily="34" charset="0"/>
            </a:endParaRPr>
          </a:p>
        </p:txBody>
      </p:sp>
      <p:sp>
        <p:nvSpPr>
          <p:cNvPr id="6" name="מציין מיקום של מספר שקופית 5">
            <a:extLst>
              <a:ext uri="{FF2B5EF4-FFF2-40B4-BE49-F238E27FC236}">
                <a16:creationId xmlns:a16="http://schemas.microsoft.com/office/drawing/2014/main" id="{CDC57CF0-034F-450D-937C-718D5AF1A059}"/>
              </a:ext>
            </a:extLst>
          </p:cNvPr>
          <p:cNvSpPr>
            <a:spLocks noGrp="1"/>
          </p:cNvSpPr>
          <p:nvPr>
            <p:ph type="sldNum" sz="quarter" idx="4"/>
          </p:nvPr>
        </p:nvSpPr>
        <p:spPr>
          <a:xfrm flipH="1">
            <a:off x="381000" y="6356350"/>
            <a:ext cx="2743200" cy="365125"/>
          </a:xfrm>
          <a:prstGeom prst="rect">
            <a:avLst/>
          </a:prstGeom>
        </p:spPr>
        <p:txBody>
          <a:bodyPr vert="horz" lIns="91440" tIns="45720" rIns="91440" bIns="45720" rtlCol="1" anchor="ctr">
            <a:noAutofit/>
          </a:bodyPr>
          <a:lstStyle>
            <a:lvl1pPr algn="l" rtl="1">
              <a:defRPr sz="1200">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pPr algn="l"/>
            <a:fld id="{294A09A9-5501-47C1-A89A-A340965A2BE2}" type="slidenum">
              <a:rPr lang="he-IL" noProof="0" smtClean="0"/>
              <a:pPr/>
              <a:t>‹#›</a:t>
            </a:fld>
            <a:endParaRPr lang="he-IL" noProof="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9" r:id="rId4"/>
    <p:sldLayoutId id="2147483660" r:id="rId5"/>
    <p:sldLayoutId id="2147483661" r:id="rId6"/>
    <p:sldLayoutId id="2147483654" r:id="rId7"/>
    <p:sldLayoutId id="2147483658" r:id="rId8"/>
    <p:sldLayoutId id="2147483662" r:id="rId9"/>
    <p:sldLayoutId id="2147483663" r:id="rId10"/>
    <p:sldLayoutId id="2147483664" r:id="rId11"/>
    <p:sldLayoutId id="2147483665" r:id="rId12"/>
    <p:sldLayoutId id="2147483666" r:id="rId13"/>
  </p:sldLayoutIdLst>
  <p:hf hdr="0"/>
  <p:txStyles>
    <p:titleStyle>
      <a:lvl1pPr algn="r" defTabSz="914400" rtl="1" eaLnBrk="1" latinLnBrk="0" hangingPunct="1">
        <a:lnSpc>
          <a:spcPct val="90000"/>
        </a:lnSpc>
        <a:spcBef>
          <a:spcPct val="0"/>
        </a:spcBef>
        <a:buNone/>
        <a:defRPr sz="4400" kern="1200">
          <a:solidFill>
            <a:schemeClr val="tx1"/>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8.jpeg"/><Relationship Id="rId5" Type="http://schemas.openxmlformats.org/officeDocument/2006/relationships/image" Target="../media/image7.jpeg"/><Relationship Id="rId10" Type="http://schemas.openxmlformats.org/officeDocument/2006/relationships/image" Target="../media/image12.jpeg"/><Relationship Id="rId4" Type="http://schemas.openxmlformats.org/officeDocument/2006/relationships/image" Target="../media/image6.jpeg"/><Relationship Id="rId9"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1DF3D98-3C30-4CFC-8643-C81E829C8C25}"/>
              </a:ext>
            </a:extLst>
          </p:cNvPr>
          <p:cNvSpPr>
            <a:spLocks noGrp="1"/>
          </p:cNvSpPr>
          <p:nvPr>
            <p:ph type="ctrTitle"/>
          </p:nvPr>
        </p:nvSpPr>
        <p:spPr>
          <a:xfrm flipH="1">
            <a:off x="3927574" y="1122363"/>
            <a:ext cx="7096933" cy="2387600"/>
          </a:xfrm>
        </p:spPr>
        <p:txBody>
          <a:bodyPr rtlCol="1"/>
          <a:lstStyle/>
          <a:p>
            <a:pPr algn="r" rtl="1"/>
            <a:r>
              <a:rPr lang="he-IL" dirty="0"/>
              <a:t>כותרת המצגת</a:t>
            </a:r>
          </a:p>
        </p:txBody>
      </p:sp>
      <p:sp>
        <p:nvSpPr>
          <p:cNvPr id="3" name="כותרת משנה 2">
            <a:extLst>
              <a:ext uri="{FF2B5EF4-FFF2-40B4-BE49-F238E27FC236}">
                <a16:creationId xmlns:a16="http://schemas.microsoft.com/office/drawing/2014/main" id="{A068D447-28D3-4F5F-B2DC-FD67E9015868}"/>
              </a:ext>
            </a:extLst>
          </p:cNvPr>
          <p:cNvSpPr>
            <a:spLocks noGrp="1"/>
          </p:cNvSpPr>
          <p:nvPr>
            <p:ph type="subTitle" idx="1"/>
          </p:nvPr>
        </p:nvSpPr>
        <p:spPr>
          <a:xfrm flipH="1">
            <a:off x="1524000" y="3602038"/>
            <a:ext cx="9500507" cy="806675"/>
          </a:xfrm>
        </p:spPr>
        <p:txBody>
          <a:bodyPr rtlCol="1"/>
          <a:lstStyle/>
          <a:p>
            <a:pPr algn="r" rtl="1"/>
            <a:r>
              <a:rPr lang="he-IL" dirty="0"/>
              <a:t>מרים </a:t>
            </a:r>
            <a:r>
              <a:rPr lang="he-IL" dirty="0" err="1"/>
              <a:t>נילסון</a:t>
            </a:r>
            <a:endParaRPr lang="he-IL" dirty="0"/>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12DF434-28DB-4621-A497-D62C41CE0419}"/>
              </a:ext>
            </a:extLst>
          </p:cNvPr>
          <p:cNvSpPr>
            <a:spLocks noGrp="1"/>
          </p:cNvSpPr>
          <p:nvPr>
            <p:ph type="title"/>
          </p:nvPr>
        </p:nvSpPr>
        <p:spPr>
          <a:xfrm flipH="1">
            <a:off x="1245325" y="381000"/>
            <a:ext cx="9779183" cy="1325563"/>
          </a:xfrm>
        </p:spPr>
        <p:txBody>
          <a:bodyPr rtlCol="1"/>
          <a:lstStyle/>
          <a:p>
            <a:pPr algn="r" rtl="1"/>
            <a:r>
              <a:rPr lang="he-IL"/>
              <a:t>סדר יום</a:t>
            </a:r>
          </a:p>
        </p:txBody>
      </p:sp>
      <p:sp>
        <p:nvSpPr>
          <p:cNvPr id="3" name="מציין מיקום תוכן 2">
            <a:extLst>
              <a:ext uri="{FF2B5EF4-FFF2-40B4-BE49-F238E27FC236}">
                <a16:creationId xmlns:a16="http://schemas.microsoft.com/office/drawing/2014/main" id="{22788C46-D0BC-4307-AE55-7601A139E7CB}"/>
              </a:ext>
            </a:extLst>
          </p:cNvPr>
          <p:cNvSpPr>
            <a:spLocks noGrp="1"/>
          </p:cNvSpPr>
          <p:nvPr>
            <p:ph idx="1"/>
          </p:nvPr>
        </p:nvSpPr>
        <p:spPr>
          <a:xfrm flipH="1">
            <a:off x="1245325" y="2017467"/>
            <a:ext cx="9779182" cy="3366815"/>
          </a:xfrm>
        </p:spPr>
        <p:txBody>
          <a:bodyPr vert="horz" lIns="91440" tIns="45720" rIns="91440" bIns="45720" rtlCol="1" anchor="t">
            <a:normAutofit/>
          </a:bodyPr>
          <a:lstStyle/>
          <a:p>
            <a:pPr algn="r" rtl="1"/>
            <a:r>
              <a:rPr lang="he-IL"/>
              <a:t>מבוא</a:t>
            </a:r>
          </a:p>
          <a:p>
            <a:pPr algn="r" rtl="1"/>
            <a:r>
              <a:rPr lang="he-IL"/>
              <a:t>יעדים עיקריים</a:t>
            </a:r>
          </a:p>
          <a:p>
            <a:pPr algn="r" rtl="1"/>
            <a:r>
              <a:rPr lang="he-IL"/>
              <a:t>תחומי צמיחה</a:t>
            </a:r>
          </a:p>
          <a:p>
            <a:pPr algn="r" rtl="1"/>
            <a:r>
              <a:rPr lang="he-IL"/>
              <a:t>ציר זמן</a:t>
            </a:r>
          </a:p>
          <a:p>
            <a:pPr algn="r" rtl="1"/>
            <a:r>
              <a:rPr lang="he-IL"/>
              <a:t>סיכום</a:t>
            </a:r>
          </a:p>
          <a:p>
            <a:pPr algn="r" rtl="1"/>
            <a:endParaRPr lang="he-IL"/>
          </a:p>
        </p:txBody>
      </p:sp>
      <p:sp>
        <p:nvSpPr>
          <p:cNvPr id="4" name="מציין מיקום של תאריך 3">
            <a:extLst>
              <a:ext uri="{FF2B5EF4-FFF2-40B4-BE49-F238E27FC236}">
                <a16:creationId xmlns:a16="http://schemas.microsoft.com/office/drawing/2014/main" id="{5739303D-13C0-6A41-947A-F998CC47B32E}"/>
              </a:ext>
            </a:extLst>
          </p:cNvPr>
          <p:cNvSpPr>
            <a:spLocks noGrp="1"/>
          </p:cNvSpPr>
          <p:nvPr>
            <p:ph type="dt" sz="half" idx="2"/>
          </p:nvPr>
        </p:nvSpPr>
        <p:spPr>
          <a:xfrm flipH="1">
            <a:off x="9067800" y="6356350"/>
            <a:ext cx="2743200" cy="365125"/>
          </a:xfrm>
        </p:spPr>
        <p:txBody>
          <a:bodyPr rtlCol="1"/>
          <a:lstStyle/>
          <a:p>
            <a:pPr algn="r" rtl="1"/>
            <a:fld id="{E7E58C8E-575D-4EA6-A664-F3B6066170C8}" type="datetime1">
              <a:rPr lang="he-IL" smtClean="0"/>
              <a:t>כ"ו/שבט/תשפ"ד</a:t>
            </a:fld>
            <a:endParaRPr lang="he-IL"/>
          </a:p>
        </p:txBody>
      </p:sp>
      <p:sp>
        <p:nvSpPr>
          <p:cNvPr id="5" name="מציין מיקום של כותרת תחתונה 4">
            <a:extLst>
              <a:ext uri="{FF2B5EF4-FFF2-40B4-BE49-F238E27FC236}">
                <a16:creationId xmlns:a16="http://schemas.microsoft.com/office/drawing/2014/main" id="{6209FEB4-4C5C-EB43-9696-7B42453DB79B}"/>
              </a:ext>
            </a:extLst>
          </p:cNvPr>
          <p:cNvSpPr>
            <a:spLocks noGrp="1"/>
          </p:cNvSpPr>
          <p:nvPr>
            <p:ph type="ftr" sz="quarter" idx="3"/>
          </p:nvPr>
        </p:nvSpPr>
        <p:spPr>
          <a:xfrm flipH="1">
            <a:off x="4038600" y="6356350"/>
            <a:ext cx="4114800" cy="365125"/>
          </a:xfrm>
        </p:spPr>
        <p:txBody>
          <a:bodyPr rtlCol="1"/>
          <a:lstStyle/>
          <a:p>
            <a:pPr rtl="1"/>
            <a:r>
              <a:rPr lang="he-IL"/>
              <a:t>כותרת המצגת</a:t>
            </a:r>
          </a:p>
        </p:txBody>
      </p:sp>
      <p:sp>
        <p:nvSpPr>
          <p:cNvPr id="6" name="מציין מיקום של מספר שקופית 5">
            <a:extLst>
              <a:ext uri="{FF2B5EF4-FFF2-40B4-BE49-F238E27FC236}">
                <a16:creationId xmlns:a16="http://schemas.microsoft.com/office/drawing/2014/main" id="{60D470D0-6D64-5E42-9515-048F8779CD5E}"/>
              </a:ext>
            </a:extLst>
          </p:cNvPr>
          <p:cNvSpPr>
            <a:spLocks noGrp="1"/>
          </p:cNvSpPr>
          <p:nvPr>
            <p:ph type="sldNum" sz="quarter" idx="4"/>
          </p:nvPr>
        </p:nvSpPr>
        <p:spPr>
          <a:xfrm flipH="1">
            <a:off x="381001" y="6356350"/>
            <a:ext cx="1657723" cy="365125"/>
          </a:xfrm>
        </p:spPr>
        <p:txBody>
          <a:bodyPr rtlCol="1"/>
          <a:lstStyle/>
          <a:p>
            <a:pPr algn="l" rtl="1"/>
            <a:fld id="{294A09A9-5501-47C1-A89A-A340965A2BE2}" type="slidenum">
              <a:rPr lang="he-IL" smtClean="0"/>
              <a:pPr algn="l" rtl="1"/>
              <a:t>2</a:t>
            </a:fld>
            <a:endParaRPr lang="he-IL"/>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C543F67-9C70-4748-8C0C-3A7863422F99}"/>
              </a:ext>
            </a:extLst>
          </p:cNvPr>
          <p:cNvSpPr>
            <a:spLocks noGrp="1"/>
          </p:cNvSpPr>
          <p:nvPr>
            <p:ph type="title"/>
          </p:nvPr>
        </p:nvSpPr>
        <p:spPr>
          <a:xfrm flipH="1">
            <a:off x="1245325" y="381000"/>
            <a:ext cx="9779183" cy="1325563"/>
          </a:xfrm>
        </p:spPr>
        <p:txBody>
          <a:bodyPr rtlCol="1"/>
          <a:lstStyle/>
          <a:p>
            <a:pPr algn="r" rtl="1"/>
            <a:r>
              <a:rPr lang="he-IL"/>
              <a:t>מבוא</a:t>
            </a:r>
          </a:p>
        </p:txBody>
      </p:sp>
      <p:sp>
        <p:nvSpPr>
          <p:cNvPr id="3" name="מציין מיקום תוכן 2">
            <a:extLst>
              <a:ext uri="{FF2B5EF4-FFF2-40B4-BE49-F238E27FC236}">
                <a16:creationId xmlns:a16="http://schemas.microsoft.com/office/drawing/2014/main" id="{95B371F2-DBA5-415A-82C8-651F587B857A}"/>
              </a:ext>
            </a:extLst>
          </p:cNvPr>
          <p:cNvSpPr>
            <a:spLocks noGrp="1"/>
          </p:cNvSpPr>
          <p:nvPr>
            <p:ph type="body" idx="1"/>
          </p:nvPr>
        </p:nvSpPr>
        <p:spPr>
          <a:xfrm flipH="1">
            <a:off x="1245325" y="2653167"/>
            <a:ext cx="9779183" cy="3436483"/>
          </a:xfrm>
        </p:spPr>
        <p:txBody>
          <a:bodyPr vert="horz" lIns="91440" tIns="45720" rIns="91440" bIns="45720" rtlCol="1" anchor="t">
            <a:normAutofit/>
          </a:bodyPr>
          <a:lstStyle/>
          <a:p>
            <a:pPr algn="r" rtl="1"/>
            <a:r>
              <a:rPr lang="he-IL"/>
              <a:t>אנחנו ב- Contoso מאפשרים לארגונים לטפח חשיבה שיתופית כדי לקדם את החדשנות במקום העבודה. על-ידי סגירת הלולאה ומינוף מסגרות זריזות וגמישות, אנחנו עוזרים לעסק לצמוח בצורה אורגנית ומטפחים ערכת דפוס חשיבה ששם את הלקוח ראשון.</a:t>
            </a:r>
          </a:p>
        </p:txBody>
      </p:sp>
      <p:sp>
        <p:nvSpPr>
          <p:cNvPr id="4" name="מציין מיקום של תאריך 3">
            <a:extLst>
              <a:ext uri="{FF2B5EF4-FFF2-40B4-BE49-F238E27FC236}">
                <a16:creationId xmlns:a16="http://schemas.microsoft.com/office/drawing/2014/main" id="{DB056174-CBC5-7B48-9681-7DDAC423337E}"/>
              </a:ext>
            </a:extLst>
          </p:cNvPr>
          <p:cNvSpPr>
            <a:spLocks noGrp="1"/>
          </p:cNvSpPr>
          <p:nvPr>
            <p:ph type="dt" sz="half" idx="10"/>
          </p:nvPr>
        </p:nvSpPr>
        <p:spPr>
          <a:xfrm flipH="1">
            <a:off x="9067800" y="6356350"/>
            <a:ext cx="2743200" cy="365125"/>
          </a:xfrm>
        </p:spPr>
        <p:txBody>
          <a:bodyPr rtlCol="1"/>
          <a:lstStyle/>
          <a:p>
            <a:pPr algn="r" rtl="1"/>
            <a:fld id="{E90FF682-28BF-43BC-8965-BEF68C557035}" type="datetime1">
              <a:rPr lang="he-IL" smtClean="0"/>
              <a:t>כ"ו/שבט/תשפ"ד</a:t>
            </a:fld>
            <a:endParaRPr lang="he-IL"/>
          </a:p>
        </p:txBody>
      </p:sp>
      <p:sp>
        <p:nvSpPr>
          <p:cNvPr id="5" name="מציין מיקום של כותרת תחתונה 4">
            <a:extLst>
              <a:ext uri="{FF2B5EF4-FFF2-40B4-BE49-F238E27FC236}">
                <a16:creationId xmlns:a16="http://schemas.microsoft.com/office/drawing/2014/main" id="{D593FA18-50D6-0344-B477-1D7C91CF4029}"/>
              </a:ext>
            </a:extLst>
          </p:cNvPr>
          <p:cNvSpPr>
            <a:spLocks noGrp="1"/>
          </p:cNvSpPr>
          <p:nvPr>
            <p:ph type="ftr" sz="quarter" idx="11"/>
          </p:nvPr>
        </p:nvSpPr>
        <p:spPr>
          <a:xfrm flipH="1">
            <a:off x="4038600" y="6356350"/>
            <a:ext cx="4114800" cy="365125"/>
          </a:xfrm>
        </p:spPr>
        <p:txBody>
          <a:bodyPr rtlCol="1"/>
          <a:lstStyle/>
          <a:p>
            <a:pPr algn="ctr" rtl="1"/>
            <a:r>
              <a:rPr lang="he-IL"/>
              <a:t>כותרת המצגת</a:t>
            </a:r>
          </a:p>
        </p:txBody>
      </p:sp>
      <p:sp>
        <p:nvSpPr>
          <p:cNvPr id="6" name="מציין מיקום של מספר שקופית 5">
            <a:extLst>
              <a:ext uri="{FF2B5EF4-FFF2-40B4-BE49-F238E27FC236}">
                <a16:creationId xmlns:a16="http://schemas.microsoft.com/office/drawing/2014/main" id="{134C72D2-EFDF-844A-8472-CB49A59B127B}"/>
              </a:ext>
            </a:extLst>
          </p:cNvPr>
          <p:cNvSpPr>
            <a:spLocks noGrp="1"/>
          </p:cNvSpPr>
          <p:nvPr>
            <p:ph type="sldNum" sz="quarter" idx="12"/>
          </p:nvPr>
        </p:nvSpPr>
        <p:spPr>
          <a:xfrm flipH="1">
            <a:off x="381000" y="6356350"/>
            <a:ext cx="1604682" cy="365125"/>
          </a:xfrm>
        </p:spPr>
        <p:txBody>
          <a:bodyPr rtlCol="1"/>
          <a:lstStyle/>
          <a:p>
            <a:pPr algn="l" rtl="1"/>
            <a:fld id="{294A09A9-5501-47C1-A89A-A340965A2BE2}" type="slidenum">
              <a:rPr lang="he-IL" smtClean="0"/>
              <a:pPr algn="l" rtl="1"/>
              <a:t>3</a:t>
            </a:fld>
            <a:endParaRPr lang="he-IL"/>
          </a:p>
        </p:txBody>
      </p:sp>
    </p:spTree>
    <p:extLst>
      <p:ext uri="{BB962C8B-B14F-4D97-AF65-F5344CB8AC3E}">
        <p14:creationId xmlns:p14="http://schemas.microsoft.com/office/powerpoint/2010/main" val="1639799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460295B-54B9-4937-90E3-BAB9CE69E30B}"/>
              </a:ext>
            </a:extLst>
          </p:cNvPr>
          <p:cNvSpPr>
            <a:spLocks noGrp="1"/>
          </p:cNvSpPr>
          <p:nvPr>
            <p:ph type="ctrTitle"/>
          </p:nvPr>
        </p:nvSpPr>
        <p:spPr>
          <a:xfrm flipH="1">
            <a:off x="4778594" y="1059400"/>
            <a:ext cx="6245912" cy="2387600"/>
          </a:xfrm>
        </p:spPr>
        <p:txBody>
          <a:bodyPr rtlCol="1"/>
          <a:lstStyle/>
          <a:p>
            <a:pPr algn="r" rtl="1"/>
            <a:r>
              <a:rPr lang="he-IL"/>
              <a:t>יעדים עיקריים</a:t>
            </a:r>
          </a:p>
        </p:txBody>
      </p:sp>
      <p:sp>
        <p:nvSpPr>
          <p:cNvPr id="4" name="מציין מיקום טקסט 3">
            <a:extLst>
              <a:ext uri="{FF2B5EF4-FFF2-40B4-BE49-F238E27FC236}">
                <a16:creationId xmlns:a16="http://schemas.microsoft.com/office/drawing/2014/main" id="{D51A6D85-3837-435F-A342-5A3F98172B12}"/>
              </a:ext>
            </a:extLst>
          </p:cNvPr>
          <p:cNvSpPr>
            <a:spLocks noGrp="1"/>
          </p:cNvSpPr>
          <p:nvPr>
            <p:ph type="subTitle" idx="1"/>
          </p:nvPr>
        </p:nvSpPr>
        <p:spPr>
          <a:xfrm flipH="1">
            <a:off x="4778594" y="3539075"/>
            <a:ext cx="6245912" cy="1406101"/>
          </a:xfrm>
        </p:spPr>
        <p:txBody>
          <a:bodyPr vert="horz" lIns="91440" tIns="45720" rIns="91440" bIns="45720" rtlCol="1" anchor="t">
            <a:normAutofit/>
          </a:bodyPr>
          <a:lstStyle/>
          <a:p>
            <a:pPr algn="r" rtl="1"/>
            <a:r>
              <a:rPr lang="he-IL"/>
              <a:t>גידול בהכנסות שנתיות</a:t>
            </a:r>
          </a:p>
        </p:txBody>
      </p:sp>
    </p:spTree>
    <p:extLst>
      <p:ext uri="{BB962C8B-B14F-4D97-AF65-F5344CB8AC3E}">
        <p14:creationId xmlns:p14="http://schemas.microsoft.com/office/powerpoint/2010/main" val="3446797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543047E-FBFD-4F79-BCA5-10E69740F030}"/>
              </a:ext>
            </a:extLst>
          </p:cNvPr>
          <p:cNvSpPr>
            <a:spLocks noGrp="1"/>
          </p:cNvSpPr>
          <p:nvPr>
            <p:ph type="title"/>
          </p:nvPr>
        </p:nvSpPr>
        <p:spPr>
          <a:xfrm flipH="1">
            <a:off x="1245325" y="381000"/>
            <a:ext cx="9779183" cy="1325563"/>
          </a:xfrm>
        </p:spPr>
        <p:txBody>
          <a:bodyPr rtlCol="1"/>
          <a:lstStyle/>
          <a:p>
            <a:pPr algn="r" rtl="1"/>
            <a:r>
              <a:rPr lang="he-IL" dirty="0"/>
              <a:t>ביצועים רבעוניים</a:t>
            </a:r>
          </a:p>
        </p:txBody>
      </p:sp>
      <p:graphicFrame>
        <p:nvGraphicFramePr>
          <p:cNvPr id="6" name="מציין מיקום תוכן 5" descr="תרשים">
            <a:extLst>
              <a:ext uri="{FF2B5EF4-FFF2-40B4-BE49-F238E27FC236}">
                <a16:creationId xmlns:a16="http://schemas.microsoft.com/office/drawing/2014/main" id="{DB23E567-BDB1-4E6F-9EA8-3E4297461AEE}"/>
              </a:ext>
            </a:extLst>
          </p:cNvPr>
          <p:cNvGraphicFramePr>
            <a:graphicFrameLocks noGrp="1"/>
          </p:cNvGraphicFramePr>
          <p:nvPr>
            <p:ph idx="1"/>
            <p:extLst>
              <p:ext uri="{D42A27DB-BD31-4B8C-83A1-F6EECF244321}">
                <p14:modId xmlns:p14="http://schemas.microsoft.com/office/powerpoint/2010/main" val="1909253331"/>
              </p:ext>
            </p:extLst>
          </p:nvPr>
        </p:nvGraphicFramePr>
        <p:xfrm>
          <a:off x="6168189" y="2360884"/>
          <a:ext cx="4765635" cy="270177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מציין מיקום תוכן 5" descr="תרשים">
            <a:extLst>
              <a:ext uri="{FF2B5EF4-FFF2-40B4-BE49-F238E27FC236}">
                <a16:creationId xmlns:a16="http://schemas.microsoft.com/office/drawing/2014/main" id="{5A839DA0-FCCD-084E-87E3-CCD098AB7F71}"/>
              </a:ext>
            </a:extLst>
          </p:cNvPr>
          <p:cNvGraphicFramePr>
            <a:graphicFrameLocks/>
          </p:cNvGraphicFramePr>
          <p:nvPr>
            <p:extLst>
              <p:ext uri="{D42A27DB-BD31-4B8C-83A1-F6EECF244321}">
                <p14:modId xmlns:p14="http://schemas.microsoft.com/office/powerpoint/2010/main" val="3780813412"/>
              </p:ext>
            </p:extLst>
          </p:nvPr>
        </p:nvGraphicFramePr>
        <p:xfrm>
          <a:off x="729274" y="2360884"/>
          <a:ext cx="4765635" cy="2701770"/>
        </p:xfrm>
        <a:graphic>
          <a:graphicData uri="http://schemas.openxmlformats.org/drawingml/2006/chart">
            <c:chart xmlns:c="http://schemas.openxmlformats.org/drawingml/2006/chart" xmlns:r="http://schemas.openxmlformats.org/officeDocument/2006/relationships" r:id="rId4"/>
          </a:graphicData>
        </a:graphic>
      </p:graphicFrame>
      <p:sp>
        <p:nvSpPr>
          <p:cNvPr id="3" name="מציין מיקום של תאריך 2">
            <a:extLst>
              <a:ext uri="{FF2B5EF4-FFF2-40B4-BE49-F238E27FC236}">
                <a16:creationId xmlns:a16="http://schemas.microsoft.com/office/drawing/2014/main" id="{6DB30D50-1377-244D-A1A4-32FB836C1F3A}"/>
              </a:ext>
            </a:extLst>
          </p:cNvPr>
          <p:cNvSpPr>
            <a:spLocks noGrp="1"/>
          </p:cNvSpPr>
          <p:nvPr>
            <p:ph type="dt" sz="half" idx="2"/>
          </p:nvPr>
        </p:nvSpPr>
        <p:spPr>
          <a:xfrm flipH="1">
            <a:off x="10109982" y="6356350"/>
            <a:ext cx="1701018" cy="365125"/>
          </a:xfrm>
        </p:spPr>
        <p:txBody>
          <a:bodyPr rtlCol="1"/>
          <a:lstStyle/>
          <a:p>
            <a:pPr algn="r" rtl="1"/>
            <a:fld id="{7CE60E13-5697-42D4-9AC7-A927A446B0BD}" type="datetime1">
              <a:rPr lang="he-IL" smtClean="0"/>
              <a:t>כ"ו/שבט/תשפ"ד</a:t>
            </a:fld>
            <a:endParaRPr lang="he-IL" dirty="0"/>
          </a:p>
        </p:txBody>
      </p:sp>
      <p:sp>
        <p:nvSpPr>
          <p:cNvPr id="5" name="מציין מיקום של כותרת תחתונה 4">
            <a:extLst>
              <a:ext uri="{FF2B5EF4-FFF2-40B4-BE49-F238E27FC236}">
                <a16:creationId xmlns:a16="http://schemas.microsoft.com/office/drawing/2014/main" id="{AA926C73-F226-914E-AC56-BF3172765F9F}"/>
              </a:ext>
            </a:extLst>
          </p:cNvPr>
          <p:cNvSpPr>
            <a:spLocks noGrp="1"/>
          </p:cNvSpPr>
          <p:nvPr>
            <p:ph type="ftr" sz="quarter" idx="3"/>
          </p:nvPr>
        </p:nvSpPr>
        <p:spPr>
          <a:xfrm flipH="1">
            <a:off x="4038600" y="6356350"/>
            <a:ext cx="4114800" cy="365125"/>
          </a:xfrm>
        </p:spPr>
        <p:txBody>
          <a:bodyPr rtlCol="1"/>
          <a:lstStyle/>
          <a:p>
            <a:pPr rtl="1"/>
            <a:r>
              <a:rPr lang="he-IL" dirty="0"/>
              <a:t>כותרת המצגת</a:t>
            </a:r>
          </a:p>
        </p:txBody>
      </p:sp>
      <p:sp>
        <p:nvSpPr>
          <p:cNvPr id="7" name="מציין מיקום של מספר שקופית 6">
            <a:extLst>
              <a:ext uri="{FF2B5EF4-FFF2-40B4-BE49-F238E27FC236}">
                <a16:creationId xmlns:a16="http://schemas.microsoft.com/office/drawing/2014/main" id="{50A86E01-62BB-5145-A6C3-515717DD327C}"/>
              </a:ext>
            </a:extLst>
          </p:cNvPr>
          <p:cNvSpPr>
            <a:spLocks noGrp="1"/>
          </p:cNvSpPr>
          <p:nvPr>
            <p:ph type="sldNum" sz="quarter" idx="4"/>
          </p:nvPr>
        </p:nvSpPr>
        <p:spPr>
          <a:xfrm flipH="1">
            <a:off x="381001" y="6356350"/>
            <a:ext cx="1657723" cy="365125"/>
          </a:xfrm>
        </p:spPr>
        <p:txBody>
          <a:bodyPr rtlCol="1"/>
          <a:lstStyle/>
          <a:p>
            <a:pPr algn="l" rtl="1"/>
            <a:fld id="{294A09A9-5501-47C1-A89A-A340965A2BE2}" type="slidenum">
              <a:rPr lang="he-IL" smtClean="0"/>
              <a:pPr algn="l" rtl="1"/>
              <a:t>5</a:t>
            </a:fld>
            <a:endParaRPr lang="he-IL" dirty="0"/>
          </a:p>
        </p:txBody>
      </p:sp>
    </p:spTree>
    <p:extLst>
      <p:ext uri="{BB962C8B-B14F-4D97-AF65-F5344CB8AC3E}">
        <p14:creationId xmlns:p14="http://schemas.microsoft.com/office/powerpoint/2010/main" val="1527386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96F75DE-8A44-4EC5-83C6-95BDDF10DFD9}"/>
              </a:ext>
            </a:extLst>
          </p:cNvPr>
          <p:cNvSpPr>
            <a:spLocks noGrp="1"/>
          </p:cNvSpPr>
          <p:nvPr>
            <p:ph type="title"/>
          </p:nvPr>
        </p:nvSpPr>
        <p:spPr>
          <a:xfrm flipH="1">
            <a:off x="1245325" y="381000"/>
            <a:ext cx="9779183" cy="1325563"/>
          </a:xfrm>
        </p:spPr>
        <p:txBody>
          <a:bodyPr rtlCol="1"/>
          <a:lstStyle/>
          <a:p>
            <a:pPr algn="r" rtl="1"/>
            <a:r>
              <a:rPr lang="he-IL"/>
              <a:t>תחומי צמיחה</a:t>
            </a:r>
          </a:p>
        </p:txBody>
      </p:sp>
      <p:graphicFrame>
        <p:nvGraphicFramePr>
          <p:cNvPr id="4" name="טבלה 4">
            <a:extLst>
              <a:ext uri="{FF2B5EF4-FFF2-40B4-BE49-F238E27FC236}">
                <a16:creationId xmlns:a16="http://schemas.microsoft.com/office/drawing/2014/main" id="{403CD5FD-27C3-4342-BE41-F411CB8D6931}"/>
              </a:ext>
            </a:extLst>
          </p:cNvPr>
          <p:cNvGraphicFramePr>
            <a:graphicFrameLocks noGrp="1"/>
          </p:cNvGraphicFramePr>
          <p:nvPr>
            <p:ph idx="1"/>
            <p:extLst>
              <p:ext uri="{D42A27DB-BD31-4B8C-83A1-F6EECF244321}">
                <p14:modId xmlns:p14="http://schemas.microsoft.com/office/powerpoint/2010/main" val="2513489524"/>
              </p:ext>
            </p:extLst>
          </p:nvPr>
        </p:nvGraphicFramePr>
        <p:xfrm>
          <a:off x="1205708" y="2501900"/>
          <a:ext cx="9780585" cy="2123440"/>
        </p:xfrm>
        <a:graphic>
          <a:graphicData uri="http://schemas.openxmlformats.org/drawingml/2006/table">
            <a:tbl>
              <a:tblPr rtl="1" firstRow="1" bandRow="1">
                <a:tableStyleId>{5C22544A-7EE6-4342-B048-85BDC9FD1C3A}</a:tableStyleId>
              </a:tblPr>
              <a:tblGrid>
                <a:gridCol w="1956117">
                  <a:extLst>
                    <a:ext uri="{9D8B030D-6E8A-4147-A177-3AD203B41FA5}">
                      <a16:colId xmlns:a16="http://schemas.microsoft.com/office/drawing/2014/main" val="1689330750"/>
                    </a:ext>
                  </a:extLst>
                </a:gridCol>
                <a:gridCol w="1956117">
                  <a:extLst>
                    <a:ext uri="{9D8B030D-6E8A-4147-A177-3AD203B41FA5}">
                      <a16:colId xmlns:a16="http://schemas.microsoft.com/office/drawing/2014/main" val="2660631934"/>
                    </a:ext>
                  </a:extLst>
                </a:gridCol>
                <a:gridCol w="1956117">
                  <a:extLst>
                    <a:ext uri="{9D8B030D-6E8A-4147-A177-3AD203B41FA5}">
                      <a16:colId xmlns:a16="http://schemas.microsoft.com/office/drawing/2014/main" val="3909717689"/>
                    </a:ext>
                  </a:extLst>
                </a:gridCol>
                <a:gridCol w="1956117">
                  <a:extLst>
                    <a:ext uri="{9D8B030D-6E8A-4147-A177-3AD203B41FA5}">
                      <a16:colId xmlns:a16="http://schemas.microsoft.com/office/drawing/2014/main" val="1603189107"/>
                    </a:ext>
                  </a:extLst>
                </a:gridCol>
                <a:gridCol w="1956117">
                  <a:extLst>
                    <a:ext uri="{9D8B030D-6E8A-4147-A177-3AD203B41FA5}">
                      <a16:colId xmlns:a16="http://schemas.microsoft.com/office/drawing/2014/main" val="2755691855"/>
                    </a:ext>
                  </a:extLst>
                </a:gridCol>
              </a:tblGrid>
              <a:tr h="370840">
                <a:tc>
                  <a:txBody>
                    <a:bodyPr/>
                    <a:lstStyle/>
                    <a:p>
                      <a:pPr algn="ctr" rtl="1"/>
                      <a:endParaRPr lang="he-IL" b="1" noProof="0">
                        <a:latin typeface="Tahoma" panose="020B0604030504040204" pitchFamily="34" charset="0"/>
                        <a:ea typeface="Tahoma" panose="020B0604030504040204" pitchFamily="34" charset="0"/>
                        <a:cs typeface="Tahoma" panose="020B0604030504040204" pitchFamily="34" charset="0"/>
                      </a:endParaRP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r>
                        <a:rPr lang="he-IL" b="1" noProof="0">
                          <a:latin typeface="Tahoma" panose="020B0604030504040204" pitchFamily="34" charset="0"/>
                          <a:ea typeface="Tahoma" panose="020B0604030504040204" pitchFamily="34" charset="0"/>
                          <a:cs typeface="Tahoma" panose="020B0604030504040204" pitchFamily="34" charset="0"/>
                        </a:rPr>
                        <a:t>B2B</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r>
                        <a:rPr lang="he-IL" b="1" noProof="0">
                          <a:latin typeface="Tahoma" panose="020B0604030504040204" pitchFamily="34" charset="0"/>
                          <a:ea typeface="Tahoma" panose="020B0604030504040204" pitchFamily="34" charset="0"/>
                          <a:cs typeface="Tahoma" panose="020B0604030504040204" pitchFamily="34" charset="0"/>
                        </a:rPr>
                        <a:t>שרשרת אספקה</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r>
                        <a:rPr lang="he-IL" b="1" noProof="0">
                          <a:latin typeface="Tahoma" panose="020B0604030504040204" pitchFamily="34" charset="0"/>
                          <a:ea typeface="Tahoma" panose="020B0604030504040204" pitchFamily="34" charset="0"/>
                          <a:cs typeface="Tahoma" panose="020B0604030504040204" pitchFamily="34" charset="0"/>
                        </a:rPr>
                        <a:t>ROI</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r>
                        <a:rPr lang="he-IL" b="1" noProof="0">
                          <a:latin typeface="Tahoma" panose="020B0604030504040204" pitchFamily="34" charset="0"/>
                          <a:ea typeface="Tahoma" panose="020B0604030504040204" pitchFamily="34" charset="0"/>
                          <a:cs typeface="Tahoma" panose="020B0604030504040204" pitchFamily="34" charset="0"/>
                        </a:rPr>
                        <a:t>מסחר אלקטרוני</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79928716"/>
                  </a:ext>
                </a:extLst>
              </a:tr>
              <a:tr h="370840">
                <a:tc>
                  <a:txBody>
                    <a:bodyPr/>
                    <a:lstStyle/>
                    <a:p>
                      <a:pPr algn="ctr" rtl="1"/>
                      <a:r>
                        <a:rPr lang="he-IL" sz="1400" noProof="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רבעון 1</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r>
                        <a:rPr lang="he-IL" sz="1400" noProof="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4.5</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r>
                        <a:rPr lang="he-IL" sz="1400" noProof="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2.3</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r>
                        <a:rPr lang="he-IL" sz="1400" noProof="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1.7</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r>
                        <a:rPr lang="he-IL" sz="1400" noProof="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5.0</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60208656"/>
                  </a:ext>
                </a:extLst>
              </a:tr>
              <a:tr h="370840">
                <a:tc>
                  <a:txBody>
                    <a:bodyPr/>
                    <a:lstStyle/>
                    <a:p>
                      <a:pPr algn="ctr" rtl="1"/>
                      <a:r>
                        <a:rPr lang="he-IL" sz="1400" noProof="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רבעון 2</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r>
                        <a:rPr lang="he-IL" sz="1400" noProof="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3.2</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r>
                        <a:rPr lang="he-IL" sz="1400" noProof="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5.1</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r>
                        <a:rPr lang="he-IL" sz="1400" noProof="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4.4</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r>
                        <a:rPr lang="he-IL" sz="1400" noProof="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3.0</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34243071"/>
                  </a:ext>
                </a:extLst>
              </a:tr>
              <a:tr h="370840">
                <a:tc>
                  <a:txBody>
                    <a:bodyPr/>
                    <a:lstStyle/>
                    <a:p>
                      <a:pPr algn="ctr" rtl="1"/>
                      <a:r>
                        <a:rPr lang="he-IL" sz="1400" noProof="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רבעון 3</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r>
                        <a:rPr lang="he-IL" sz="1400" noProof="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2.1</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r>
                        <a:rPr lang="he-IL" sz="1400" noProof="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1.7</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r>
                        <a:rPr lang="he-IL" sz="1400" noProof="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2.5</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r>
                        <a:rPr lang="he-IL" sz="1400" noProof="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2.8</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5808797"/>
                  </a:ext>
                </a:extLst>
              </a:tr>
              <a:tr h="370840">
                <a:tc>
                  <a:txBody>
                    <a:bodyPr/>
                    <a:lstStyle/>
                    <a:p>
                      <a:pPr algn="ctr" rtl="1"/>
                      <a:r>
                        <a:rPr lang="he-IL" sz="1400" noProof="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רבעון 4</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r>
                        <a:rPr lang="he-IL" sz="1400" noProof="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4.5</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r>
                        <a:rPr lang="he-IL" sz="1400" noProof="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2.2</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r>
                        <a:rPr lang="he-IL" sz="1400" noProof="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1.7</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r>
                        <a:rPr lang="he-IL" sz="1400" noProof="0" dirty="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7.0</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950325"/>
                  </a:ext>
                </a:extLst>
              </a:tr>
            </a:tbl>
          </a:graphicData>
        </a:graphic>
      </p:graphicFrame>
      <p:sp>
        <p:nvSpPr>
          <p:cNvPr id="3" name="מציין מיקום של תאריך 2">
            <a:extLst>
              <a:ext uri="{FF2B5EF4-FFF2-40B4-BE49-F238E27FC236}">
                <a16:creationId xmlns:a16="http://schemas.microsoft.com/office/drawing/2014/main" id="{4E809DF5-56B4-304A-8777-BB8576005AF2}"/>
              </a:ext>
            </a:extLst>
          </p:cNvPr>
          <p:cNvSpPr>
            <a:spLocks noGrp="1"/>
          </p:cNvSpPr>
          <p:nvPr>
            <p:ph type="dt" sz="half" idx="2"/>
          </p:nvPr>
        </p:nvSpPr>
        <p:spPr>
          <a:xfrm flipH="1">
            <a:off x="10109982" y="6356350"/>
            <a:ext cx="1701018" cy="365125"/>
          </a:xfrm>
        </p:spPr>
        <p:txBody>
          <a:bodyPr rtlCol="1"/>
          <a:lstStyle/>
          <a:p>
            <a:pPr algn="r" rtl="1"/>
            <a:fld id="{BD0BE1F9-5DCC-40A4-91D9-D80DE5067CAC}" type="datetime1">
              <a:rPr lang="he-IL" smtClean="0"/>
              <a:t>כ"ו/שבט/תשפ"ד</a:t>
            </a:fld>
            <a:endParaRPr lang="he-IL"/>
          </a:p>
        </p:txBody>
      </p:sp>
      <p:sp>
        <p:nvSpPr>
          <p:cNvPr id="5" name="מציין מיקום של כותרת תחתונה 4">
            <a:extLst>
              <a:ext uri="{FF2B5EF4-FFF2-40B4-BE49-F238E27FC236}">
                <a16:creationId xmlns:a16="http://schemas.microsoft.com/office/drawing/2014/main" id="{0A79A912-225F-BE40-9F3E-0255524448CD}"/>
              </a:ext>
            </a:extLst>
          </p:cNvPr>
          <p:cNvSpPr>
            <a:spLocks noGrp="1"/>
          </p:cNvSpPr>
          <p:nvPr>
            <p:ph type="ftr" sz="quarter" idx="3"/>
          </p:nvPr>
        </p:nvSpPr>
        <p:spPr>
          <a:xfrm flipH="1">
            <a:off x="4038600" y="6356350"/>
            <a:ext cx="4114800" cy="365125"/>
          </a:xfrm>
        </p:spPr>
        <p:txBody>
          <a:bodyPr rtlCol="1"/>
          <a:lstStyle/>
          <a:p>
            <a:pPr rtl="1"/>
            <a:r>
              <a:rPr lang="he-IL"/>
              <a:t>כותרת המצגת</a:t>
            </a:r>
          </a:p>
        </p:txBody>
      </p:sp>
      <p:sp>
        <p:nvSpPr>
          <p:cNvPr id="6" name="מציין מיקום של מספר שקופית 5">
            <a:extLst>
              <a:ext uri="{FF2B5EF4-FFF2-40B4-BE49-F238E27FC236}">
                <a16:creationId xmlns:a16="http://schemas.microsoft.com/office/drawing/2014/main" id="{50B6C709-8794-DF4E-A15C-6E648F09DD12}"/>
              </a:ext>
            </a:extLst>
          </p:cNvPr>
          <p:cNvSpPr>
            <a:spLocks noGrp="1"/>
          </p:cNvSpPr>
          <p:nvPr>
            <p:ph type="sldNum" sz="quarter" idx="4"/>
          </p:nvPr>
        </p:nvSpPr>
        <p:spPr>
          <a:xfrm flipH="1">
            <a:off x="381001" y="6356350"/>
            <a:ext cx="1657723" cy="365125"/>
          </a:xfrm>
        </p:spPr>
        <p:txBody>
          <a:bodyPr rtlCol="1"/>
          <a:lstStyle/>
          <a:p>
            <a:pPr algn="l" rtl="1"/>
            <a:fld id="{294A09A9-5501-47C1-A89A-A340965A2BE2}" type="slidenum">
              <a:rPr lang="he-IL" smtClean="0"/>
              <a:pPr algn="l" rtl="1"/>
              <a:t>6</a:t>
            </a:fld>
            <a:endParaRPr lang="he-IL"/>
          </a:p>
        </p:txBody>
      </p:sp>
    </p:spTree>
    <p:extLst>
      <p:ext uri="{BB962C8B-B14F-4D97-AF65-F5344CB8AC3E}">
        <p14:creationId xmlns:p14="http://schemas.microsoft.com/office/powerpoint/2010/main" val="4212917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3AF65A7-995A-9F45-891C-82D9B9D40801}"/>
              </a:ext>
            </a:extLst>
          </p:cNvPr>
          <p:cNvSpPr>
            <a:spLocks noGrp="1"/>
          </p:cNvSpPr>
          <p:nvPr>
            <p:ph type="title"/>
          </p:nvPr>
        </p:nvSpPr>
        <p:spPr>
          <a:xfrm flipH="1">
            <a:off x="2186065" y="1791018"/>
            <a:ext cx="7819868" cy="2810460"/>
          </a:xfrm>
        </p:spPr>
        <p:txBody>
          <a:bodyPr rtlCol="1">
            <a:normAutofit/>
          </a:bodyPr>
          <a:lstStyle/>
          <a:p>
            <a:pPr rtl="1"/>
            <a:r>
              <a:rPr lang="he-IL" sz="4400" dirty="0"/>
              <a:t>הזדמנויות עסקיות הן כמו אוטובוסים. תמיד מגיע עוד אחד.</a:t>
            </a:r>
          </a:p>
        </p:txBody>
      </p:sp>
      <p:sp>
        <p:nvSpPr>
          <p:cNvPr id="13" name="מציין מיקום טקסט 5">
            <a:extLst>
              <a:ext uri="{FF2B5EF4-FFF2-40B4-BE49-F238E27FC236}">
                <a16:creationId xmlns:a16="http://schemas.microsoft.com/office/drawing/2014/main" id="{6118A1B7-08BA-6B43-BBA8-952377DF944D}"/>
              </a:ext>
            </a:extLst>
          </p:cNvPr>
          <p:cNvSpPr>
            <a:spLocks noGrp="1"/>
          </p:cNvSpPr>
          <p:nvPr>
            <p:ph type="body" sz="quarter" idx="13"/>
          </p:nvPr>
        </p:nvSpPr>
        <p:spPr>
          <a:xfrm flipH="1">
            <a:off x="9325084" y="543354"/>
            <a:ext cx="1364297" cy="1094521"/>
          </a:xfrm>
        </p:spPr>
        <p:txBody>
          <a:bodyPr rtlCol="1"/>
          <a:lstStyle/>
          <a:p>
            <a:pPr rtl="1"/>
            <a:r>
              <a:rPr lang="he-IL"/>
              <a:t>"</a:t>
            </a:r>
          </a:p>
        </p:txBody>
      </p:sp>
      <p:sp>
        <p:nvSpPr>
          <p:cNvPr id="7" name="מציין מיקום טקסט 6">
            <a:extLst>
              <a:ext uri="{FF2B5EF4-FFF2-40B4-BE49-F238E27FC236}">
                <a16:creationId xmlns:a16="http://schemas.microsoft.com/office/drawing/2014/main" id="{E178654B-08C9-4C41-8BEC-DFB720245862}"/>
              </a:ext>
            </a:extLst>
          </p:cNvPr>
          <p:cNvSpPr>
            <a:spLocks noGrp="1"/>
          </p:cNvSpPr>
          <p:nvPr>
            <p:ph type="body" sz="quarter" idx="14"/>
          </p:nvPr>
        </p:nvSpPr>
        <p:spPr>
          <a:xfrm flipH="1">
            <a:off x="3124200" y="4574039"/>
            <a:ext cx="3511550" cy="679450"/>
          </a:xfrm>
        </p:spPr>
        <p:txBody>
          <a:bodyPr rtlCol="1"/>
          <a:lstStyle/>
          <a:p>
            <a:pPr algn="l" rtl="1"/>
            <a:r>
              <a:rPr lang="he-IL"/>
              <a:t>ריצ'ארד ברנסון</a:t>
            </a:r>
          </a:p>
          <a:p>
            <a:pPr algn="l" rtl="1"/>
            <a:endParaRPr lang="he-IL"/>
          </a:p>
        </p:txBody>
      </p:sp>
      <p:sp>
        <p:nvSpPr>
          <p:cNvPr id="14" name="מציין מיקום טקסט 7">
            <a:extLst>
              <a:ext uri="{FF2B5EF4-FFF2-40B4-BE49-F238E27FC236}">
                <a16:creationId xmlns:a16="http://schemas.microsoft.com/office/drawing/2014/main" id="{A1F17760-D90A-AB46-A4E0-31B2684E3F5E}"/>
              </a:ext>
            </a:extLst>
          </p:cNvPr>
          <p:cNvSpPr>
            <a:spLocks noGrp="1"/>
          </p:cNvSpPr>
          <p:nvPr>
            <p:ph type="body" sz="quarter" idx="15"/>
          </p:nvPr>
        </p:nvSpPr>
        <p:spPr>
          <a:xfrm flipH="1">
            <a:off x="1406827" y="3426615"/>
            <a:ext cx="1364297" cy="1094521"/>
          </a:xfrm>
        </p:spPr>
        <p:txBody>
          <a:bodyPr rtlCol="1"/>
          <a:lstStyle/>
          <a:p>
            <a:pPr rtl="1"/>
            <a:r>
              <a:rPr lang="he-IL"/>
              <a:t>"</a:t>
            </a:r>
          </a:p>
        </p:txBody>
      </p:sp>
      <p:sp>
        <p:nvSpPr>
          <p:cNvPr id="3" name="מציין מיקום של תאריך 2">
            <a:extLst>
              <a:ext uri="{FF2B5EF4-FFF2-40B4-BE49-F238E27FC236}">
                <a16:creationId xmlns:a16="http://schemas.microsoft.com/office/drawing/2014/main" id="{8D3F7063-A64B-CB42-8BBF-BF52424269A8}"/>
              </a:ext>
            </a:extLst>
          </p:cNvPr>
          <p:cNvSpPr>
            <a:spLocks noGrp="1"/>
          </p:cNvSpPr>
          <p:nvPr>
            <p:ph type="dt" sz="half" idx="10"/>
          </p:nvPr>
        </p:nvSpPr>
        <p:spPr>
          <a:xfrm flipH="1">
            <a:off x="9067800" y="6356350"/>
            <a:ext cx="2743200" cy="365125"/>
          </a:xfrm>
        </p:spPr>
        <p:txBody>
          <a:bodyPr rtlCol="1"/>
          <a:lstStyle/>
          <a:p>
            <a:pPr algn="r" rtl="1"/>
            <a:fld id="{673D8CB9-03A3-448D-BCDC-14E087D66AFA}" type="datetime1">
              <a:rPr lang="he-IL" smtClean="0"/>
              <a:t>כ"ו/שבט/תשפ"ד</a:t>
            </a:fld>
            <a:endParaRPr lang="he-IL"/>
          </a:p>
        </p:txBody>
      </p:sp>
      <p:sp>
        <p:nvSpPr>
          <p:cNvPr id="4" name="מציין מיקום של כותרת תחתונה 3">
            <a:extLst>
              <a:ext uri="{FF2B5EF4-FFF2-40B4-BE49-F238E27FC236}">
                <a16:creationId xmlns:a16="http://schemas.microsoft.com/office/drawing/2014/main" id="{6E4EA976-8646-0143-BA18-8675E6FA5EB7}"/>
              </a:ext>
            </a:extLst>
          </p:cNvPr>
          <p:cNvSpPr>
            <a:spLocks noGrp="1"/>
          </p:cNvSpPr>
          <p:nvPr>
            <p:ph type="ftr" sz="quarter" idx="11"/>
          </p:nvPr>
        </p:nvSpPr>
        <p:spPr>
          <a:xfrm flipH="1">
            <a:off x="4038600" y="6356350"/>
            <a:ext cx="4114800" cy="365125"/>
          </a:xfrm>
        </p:spPr>
        <p:txBody>
          <a:bodyPr rtlCol="1"/>
          <a:lstStyle/>
          <a:p>
            <a:pPr algn="ctr" rtl="1"/>
            <a:r>
              <a:rPr lang="he-IL" dirty="0"/>
              <a:t>כותרת המצגת</a:t>
            </a:r>
          </a:p>
        </p:txBody>
      </p:sp>
      <p:sp>
        <p:nvSpPr>
          <p:cNvPr id="5" name="מציין מיקום של מספר שקופית 4">
            <a:extLst>
              <a:ext uri="{FF2B5EF4-FFF2-40B4-BE49-F238E27FC236}">
                <a16:creationId xmlns:a16="http://schemas.microsoft.com/office/drawing/2014/main" id="{7003A5E2-8F37-D546-BCD9-24A2037BB54D}"/>
              </a:ext>
            </a:extLst>
          </p:cNvPr>
          <p:cNvSpPr>
            <a:spLocks noGrp="1"/>
          </p:cNvSpPr>
          <p:nvPr>
            <p:ph type="sldNum" sz="quarter" idx="12"/>
          </p:nvPr>
        </p:nvSpPr>
        <p:spPr>
          <a:xfrm flipH="1">
            <a:off x="381000" y="6356350"/>
            <a:ext cx="2743200" cy="365125"/>
          </a:xfrm>
        </p:spPr>
        <p:txBody>
          <a:bodyPr rtlCol="1"/>
          <a:lstStyle/>
          <a:p>
            <a:pPr algn="l" rtl="1"/>
            <a:fld id="{294A09A9-5501-47C1-A89A-A340965A2BE2}" type="slidenum">
              <a:rPr lang="he-IL" smtClean="0"/>
              <a:pPr algn="l" rtl="1"/>
              <a:t>7</a:t>
            </a:fld>
            <a:endParaRPr lang="he-IL"/>
          </a:p>
        </p:txBody>
      </p:sp>
    </p:spTree>
    <p:extLst>
      <p:ext uri="{BB962C8B-B14F-4D97-AF65-F5344CB8AC3E}">
        <p14:creationId xmlns:p14="http://schemas.microsoft.com/office/powerpoint/2010/main" val="2639983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7A6F7BB-30A8-4980-AD4A-2FB0B53FA6C9}"/>
              </a:ext>
            </a:extLst>
          </p:cNvPr>
          <p:cNvSpPr>
            <a:spLocks noGrp="1"/>
          </p:cNvSpPr>
          <p:nvPr>
            <p:ph type="title"/>
          </p:nvPr>
        </p:nvSpPr>
        <p:spPr>
          <a:xfrm flipH="1">
            <a:off x="3039946" y="381000"/>
            <a:ext cx="8401624" cy="1325563"/>
          </a:xfrm>
        </p:spPr>
        <p:txBody>
          <a:bodyPr rtlCol="1"/>
          <a:lstStyle/>
          <a:p>
            <a:pPr algn="r" rtl="1"/>
            <a:r>
              <a:rPr lang="he-IL"/>
              <a:t>היפגש עם הצוות שלנו</a:t>
            </a:r>
          </a:p>
        </p:txBody>
      </p:sp>
      <p:pic>
        <p:nvPicPr>
          <p:cNvPr id="42" name="מציין מיקום של תמונה 15" descr="צילום פנים של חבר צוות">
            <a:extLst>
              <a:ext uri="{FF2B5EF4-FFF2-40B4-BE49-F238E27FC236}">
                <a16:creationId xmlns:a16="http://schemas.microsoft.com/office/drawing/2014/main" id="{8BDB1906-FF07-4447-9C68-585F54C5EED2}"/>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10241197" y="2227758"/>
            <a:ext cx="1200374" cy="1201242"/>
          </a:xfrm>
        </p:spPr>
      </p:pic>
      <p:sp>
        <p:nvSpPr>
          <p:cNvPr id="34" name="מציין מיקום טקסט 33">
            <a:extLst>
              <a:ext uri="{FF2B5EF4-FFF2-40B4-BE49-F238E27FC236}">
                <a16:creationId xmlns:a16="http://schemas.microsoft.com/office/drawing/2014/main" id="{C1C92E27-D550-F44E-8491-927F819E72B8}"/>
              </a:ext>
            </a:extLst>
          </p:cNvPr>
          <p:cNvSpPr>
            <a:spLocks noGrp="1"/>
          </p:cNvSpPr>
          <p:nvPr>
            <p:ph type="body" sz="quarter" idx="17"/>
          </p:nvPr>
        </p:nvSpPr>
        <p:spPr>
          <a:xfrm flipH="1">
            <a:off x="7787412" y="2426400"/>
            <a:ext cx="2281237" cy="347662"/>
          </a:xfrm>
        </p:spPr>
        <p:txBody>
          <a:bodyPr rtlCol="1"/>
          <a:lstStyle/>
          <a:p>
            <a:pPr algn="r" rtl="1"/>
            <a:r>
              <a:rPr lang="he-IL"/>
              <a:t>תקווה עייש</a:t>
            </a:r>
          </a:p>
        </p:txBody>
      </p:sp>
      <p:sp>
        <p:nvSpPr>
          <p:cNvPr id="35" name="מציין מיקום טקסט 34">
            <a:extLst>
              <a:ext uri="{FF2B5EF4-FFF2-40B4-BE49-F238E27FC236}">
                <a16:creationId xmlns:a16="http://schemas.microsoft.com/office/drawing/2014/main" id="{7D722C50-45F7-D84B-B216-568F72D66349}"/>
              </a:ext>
            </a:extLst>
          </p:cNvPr>
          <p:cNvSpPr>
            <a:spLocks noGrp="1"/>
          </p:cNvSpPr>
          <p:nvPr>
            <p:ph type="body" sz="quarter" idx="18"/>
          </p:nvPr>
        </p:nvSpPr>
        <p:spPr>
          <a:xfrm flipH="1">
            <a:off x="7787413" y="2811646"/>
            <a:ext cx="2281237" cy="347662"/>
          </a:xfrm>
        </p:spPr>
        <p:txBody>
          <a:bodyPr rtlCol="1"/>
          <a:lstStyle/>
          <a:p>
            <a:pPr algn="r" rtl="1"/>
            <a:r>
              <a:rPr lang="he-IL"/>
              <a:t>נשיא</a:t>
            </a:r>
          </a:p>
        </p:txBody>
      </p:sp>
      <p:pic>
        <p:nvPicPr>
          <p:cNvPr id="43" name="מציין מיקום של תמונה 17" descr="צילום פנים של חבר צוות">
            <a:extLst>
              <a:ext uri="{FF2B5EF4-FFF2-40B4-BE49-F238E27FC236}">
                <a16:creationId xmlns:a16="http://schemas.microsoft.com/office/drawing/2014/main" id="{A82F6AEE-FCBF-0245-BB71-E76973B3A97D}"/>
              </a:ext>
            </a:extLst>
          </p:cNvPr>
          <p:cNvPicPr>
            <a:picLocks noGrp="1" noChangeAspect="1"/>
          </p:cNvPicPr>
          <p:nvPr>
            <p:ph type="pic" sz="quarter" idx="14"/>
          </p:nvPr>
        </p:nvPicPr>
        <p:blipFill rotWithShape="1">
          <a:blip r:embed="rId4">
            <a:extLst>
              <a:ext uri="{28A0092B-C50C-407E-A947-70E740481C1C}">
                <a14:useLocalDpi xmlns:a14="http://schemas.microsoft.com/office/drawing/2010/main" val="0"/>
              </a:ext>
            </a:extLst>
          </a:blip>
          <a:srcRect/>
          <a:stretch/>
        </p:blipFill>
        <p:spPr>
          <a:xfrm>
            <a:off x="5495813" y="2227758"/>
            <a:ext cx="1200374" cy="1201242"/>
          </a:xfrm>
        </p:spPr>
      </p:pic>
      <p:sp>
        <p:nvSpPr>
          <p:cNvPr id="36" name="מציין מיקום טקסט 35">
            <a:extLst>
              <a:ext uri="{FF2B5EF4-FFF2-40B4-BE49-F238E27FC236}">
                <a16:creationId xmlns:a16="http://schemas.microsoft.com/office/drawing/2014/main" id="{176187A9-3EBE-F64D-AE99-021BB3767F90}"/>
              </a:ext>
            </a:extLst>
          </p:cNvPr>
          <p:cNvSpPr>
            <a:spLocks noGrp="1"/>
          </p:cNvSpPr>
          <p:nvPr>
            <p:ph type="body" sz="quarter" idx="19"/>
          </p:nvPr>
        </p:nvSpPr>
        <p:spPr>
          <a:xfrm flipH="1">
            <a:off x="3039946" y="2422565"/>
            <a:ext cx="2281237" cy="347662"/>
          </a:xfrm>
        </p:spPr>
        <p:txBody>
          <a:bodyPr rtlCol="1"/>
          <a:lstStyle/>
          <a:p>
            <a:pPr algn="r" rtl="1"/>
            <a:r>
              <a:rPr lang="he-IL"/>
              <a:t>מרים נילסון</a:t>
            </a:r>
          </a:p>
        </p:txBody>
      </p:sp>
      <p:sp>
        <p:nvSpPr>
          <p:cNvPr id="37" name="מציין מיקום טקסט 36">
            <a:extLst>
              <a:ext uri="{FF2B5EF4-FFF2-40B4-BE49-F238E27FC236}">
                <a16:creationId xmlns:a16="http://schemas.microsoft.com/office/drawing/2014/main" id="{7990731F-95DE-4F44-8EA0-E275CEAFD8A2}"/>
              </a:ext>
            </a:extLst>
          </p:cNvPr>
          <p:cNvSpPr>
            <a:spLocks noGrp="1"/>
          </p:cNvSpPr>
          <p:nvPr>
            <p:ph type="body" sz="quarter" idx="20"/>
          </p:nvPr>
        </p:nvSpPr>
        <p:spPr>
          <a:xfrm flipH="1">
            <a:off x="3039947" y="2807811"/>
            <a:ext cx="2281237" cy="347662"/>
          </a:xfrm>
        </p:spPr>
        <p:txBody>
          <a:bodyPr rtlCol="1"/>
          <a:lstStyle/>
          <a:p>
            <a:pPr algn="r" rtl="1"/>
            <a:r>
              <a:rPr lang="he-IL"/>
              <a:t>מנהל כללי</a:t>
            </a:r>
          </a:p>
        </p:txBody>
      </p:sp>
      <p:pic>
        <p:nvPicPr>
          <p:cNvPr id="44" name="מציין מיקום של תמונה 19" descr="צילום פנים של חבר צוות">
            <a:extLst>
              <a:ext uri="{FF2B5EF4-FFF2-40B4-BE49-F238E27FC236}">
                <a16:creationId xmlns:a16="http://schemas.microsoft.com/office/drawing/2014/main" id="{C99B7845-619A-9F40-A5C3-4C122626044D}"/>
              </a:ext>
            </a:extLst>
          </p:cNvPr>
          <p:cNvPicPr>
            <a:picLocks noGrp="1" noChangeAspect="1"/>
          </p:cNvPicPr>
          <p:nvPr>
            <p:ph type="pic" sz="quarter" idx="15"/>
          </p:nvPr>
        </p:nvPicPr>
        <p:blipFill rotWithShape="1">
          <a:blip r:embed="rId5">
            <a:extLst>
              <a:ext uri="{28A0092B-C50C-407E-A947-70E740481C1C}">
                <a14:useLocalDpi xmlns:a14="http://schemas.microsoft.com/office/drawing/2010/main" val="0"/>
              </a:ext>
            </a:extLst>
          </a:blip>
          <a:srcRect/>
          <a:stretch/>
        </p:blipFill>
        <p:spPr>
          <a:xfrm>
            <a:off x="10241197" y="4254273"/>
            <a:ext cx="1200374" cy="1201242"/>
          </a:xfrm>
        </p:spPr>
      </p:pic>
      <p:sp>
        <p:nvSpPr>
          <p:cNvPr id="38" name="מציין מיקום טקסט 37">
            <a:extLst>
              <a:ext uri="{FF2B5EF4-FFF2-40B4-BE49-F238E27FC236}">
                <a16:creationId xmlns:a16="http://schemas.microsoft.com/office/drawing/2014/main" id="{5B19EE51-628F-CA4E-94B0-57E9ACA1446A}"/>
              </a:ext>
            </a:extLst>
          </p:cNvPr>
          <p:cNvSpPr>
            <a:spLocks noGrp="1"/>
          </p:cNvSpPr>
          <p:nvPr>
            <p:ph type="body" sz="quarter" idx="21"/>
          </p:nvPr>
        </p:nvSpPr>
        <p:spPr>
          <a:xfrm flipH="1">
            <a:off x="7787412" y="4498793"/>
            <a:ext cx="2281237" cy="347662"/>
          </a:xfrm>
        </p:spPr>
        <p:txBody>
          <a:bodyPr rtlCol="1"/>
          <a:lstStyle/>
          <a:p>
            <a:pPr algn="r" rtl="1"/>
            <a:r>
              <a:rPr lang="he-IL"/>
              <a:t>הילה סילבר</a:t>
            </a:r>
          </a:p>
        </p:txBody>
      </p:sp>
      <p:sp>
        <p:nvSpPr>
          <p:cNvPr id="39" name="מציין מיקום טקסט 38">
            <a:extLst>
              <a:ext uri="{FF2B5EF4-FFF2-40B4-BE49-F238E27FC236}">
                <a16:creationId xmlns:a16="http://schemas.microsoft.com/office/drawing/2014/main" id="{2A6ACC78-74DF-604E-BD14-4BBE7B4EEF5B}"/>
              </a:ext>
            </a:extLst>
          </p:cNvPr>
          <p:cNvSpPr>
            <a:spLocks noGrp="1"/>
          </p:cNvSpPr>
          <p:nvPr>
            <p:ph type="body" sz="quarter" idx="22"/>
          </p:nvPr>
        </p:nvSpPr>
        <p:spPr>
          <a:xfrm flipH="1">
            <a:off x="7787413" y="4884039"/>
            <a:ext cx="2281237" cy="347662"/>
          </a:xfrm>
        </p:spPr>
        <p:txBody>
          <a:bodyPr rtlCol="1"/>
          <a:lstStyle/>
          <a:p>
            <a:pPr algn="r" rtl="1"/>
            <a:r>
              <a:rPr lang="he-IL"/>
              <a:t>מנהל תפעול ראשי</a:t>
            </a:r>
          </a:p>
        </p:txBody>
      </p:sp>
      <p:pic>
        <p:nvPicPr>
          <p:cNvPr id="45" name="מציין מיקום של תמונה 21" descr="צילום פנים של חבר צוות">
            <a:extLst>
              <a:ext uri="{FF2B5EF4-FFF2-40B4-BE49-F238E27FC236}">
                <a16:creationId xmlns:a16="http://schemas.microsoft.com/office/drawing/2014/main" id="{647F7FB2-8714-6449-A700-2E1B81F9DFB7}"/>
              </a:ext>
            </a:extLst>
          </p:cNvPr>
          <p:cNvPicPr>
            <a:picLocks noGrp="1" noChangeAspect="1"/>
          </p:cNvPicPr>
          <p:nvPr>
            <p:ph type="pic" sz="quarter" idx="16"/>
          </p:nvPr>
        </p:nvPicPr>
        <p:blipFill rotWithShape="1">
          <a:blip r:embed="rId6">
            <a:extLst>
              <a:ext uri="{28A0092B-C50C-407E-A947-70E740481C1C}">
                <a14:useLocalDpi xmlns:a14="http://schemas.microsoft.com/office/drawing/2010/main" val="0"/>
              </a:ext>
            </a:extLst>
          </a:blip>
          <a:srcRect/>
          <a:stretch/>
        </p:blipFill>
        <p:spPr>
          <a:xfrm>
            <a:off x="5495813" y="4254273"/>
            <a:ext cx="1200374" cy="1201242"/>
          </a:xfrm>
        </p:spPr>
      </p:pic>
      <p:sp>
        <p:nvSpPr>
          <p:cNvPr id="40" name="מציין מיקום טקסט 39">
            <a:extLst>
              <a:ext uri="{FF2B5EF4-FFF2-40B4-BE49-F238E27FC236}">
                <a16:creationId xmlns:a16="http://schemas.microsoft.com/office/drawing/2014/main" id="{9DC429C0-1DEB-1F4F-AE66-C503B31B7B48}"/>
              </a:ext>
            </a:extLst>
          </p:cNvPr>
          <p:cNvSpPr>
            <a:spLocks noGrp="1"/>
          </p:cNvSpPr>
          <p:nvPr>
            <p:ph type="body" sz="quarter" idx="23"/>
          </p:nvPr>
        </p:nvSpPr>
        <p:spPr>
          <a:xfrm flipH="1">
            <a:off x="3039946" y="4498793"/>
            <a:ext cx="2281237" cy="347662"/>
          </a:xfrm>
        </p:spPr>
        <p:txBody>
          <a:bodyPr rtlCol="1"/>
          <a:lstStyle/>
          <a:p>
            <a:pPr algn="r" rtl="1"/>
            <a:r>
              <a:rPr lang="he-IL"/>
              <a:t>רועי סיני</a:t>
            </a:r>
          </a:p>
        </p:txBody>
      </p:sp>
      <p:sp>
        <p:nvSpPr>
          <p:cNvPr id="41" name="מציין מיקום טקסט 40">
            <a:extLst>
              <a:ext uri="{FF2B5EF4-FFF2-40B4-BE49-F238E27FC236}">
                <a16:creationId xmlns:a16="http://schemas.microsoft.com/office/drawing/2014/main" id="{31C0CCD4-2502-A14F-B520-7B57524EDF8E}"/>
              </a:ext>
            </a:extLst>
          </p:cNvPr>
          <p:cNvSpPr>
            <a:spLocks noGrp="1"/>
          </p:cNvSpPr>
          <p:nvPr>
            <p:ph type="body" sz="quarter" idx="24"/>
          </p:nvPr>
        </p:nvSpPr>
        <p:spPr>
          <a:xfrm flipH="1">
            <a:off x="3039947" y="4884039"/>
            <a:ext cx="2281237" cy="347662"/>
          </a:xfrm>
        </p:spPr>
        <p:txBody>
          <a:bodyPr rtlCol="1"/>
          <a:lstStyle/>
          <a:p>
            <a:pPr algn="r" rtl="1"/>
            <a:r>
              <a:rPr lang="he-IL"/>
              <a:t>סגן נשיא שיווק</a:t>
            </a:r>
          </a:p>
        </p:txBody>
      </p:sp>
      <p:sp>
        <p:nvSpPr>
          <p:cNvPr id="3" name="מציין מיקום של תאריך 2">
            <a:extLst>
              <a:ext uri="{FF2B5EF4-FFF2-40B4-BE49-F238E27FC236}">
                <a16:creationId xmlns:a16="http://schemas.microsoft.com/office/drawing/2014/main" id="{7517F12A-7304-B447-BEB8-A99EA8009F15}"/>
              </a:ext>
            </a:extLst>
          </p:cNvPr>
          <p:cNvSpPr>
            <a:spLocks noGrp="1"/>
          </p:cNvSpPr>
          <p:nvPr>
            <p:ph type="dt" sz="half" idx="10"/>
          </p:nvPr>
        </p:nvSpPr>
        <p:spPr>
          <a:xfrm flipH="1">
            <a:off x="10241197" y="6356350"/>
            <a:ext cx="1569803" cy="365125"/>
          </a:xfrm>
        </p:spPr>
        <p:txBody>
          <a:bodyPr rtlCol="1"/>
          <a:lstStyle/>
          <a:p>
            <a:pPr algn="r" rtl="1"/>
            <a:fld id="{E1DCFF3F-6CB5-453A-B988-0E4671C82E3A}" type="datetime1">
              <a:rPr lang="he-IL" smtClean="0"/>
              <a:t>כ"ו/שבט/תשפ"ד</a:t>
            </a:fld>
            <a:endParaRPr lang="he-IL"/>
          </a:p>
        </p:txBody>
      </p:sp>
      <p:sp>
        <p:nvSpPr>
          <p:cNvPr id="4" name="מציין מיקום של כותרת תחתונה 3">
            <a:extLst>
              <a:ext uri="{FF2B5EF4-FFF2-40B4-BE49-F238E27FC236}">
                <a16:creationId xmlns:a16="http://schemas.microsoft.com/office/drawing/2014/main" id="{BCF90246-DFB2-A340-AADC-E85D28C31B3E}"/>
              </a:ext>
            </a:extLst>
          </p:cNvPr>
          <p:cNvSpPr>
            <a:spLocks noGrp="1"/>
          </p:cNvSpPr>
          <p:nvPr>
            <p:ph type="ftr" sz="quarter" idx="11"/>
          </p:nvPr>
        </p:nvSpPr>
        <p:spPr>
          <a:xfrm flipH="1">
            <a:off x="5206094" y="6356350"/>
            <a:ext cx="4114800" cy="365125"/>
          </a:xfrm>
        </p:spPr>
        <p:txBody>
          <a:bodyPr rtlCol="1"/>
          <a:lstStyle/>
          <a:p>
            <a:pPr algn="ctr" rtl="1"/>
            <a:r>
              <a:rPr lang="he-IL"/>
              <a:t>כותרת המצגת</a:t>
            </a:r>
          </a:p>
        </p:txBody>
      </p:sp>
      <p:sp>
        <p:nvSpPr>
          <p:cNvPr id="5" name="מציין מיקום של מספר שקופית 4">
            <a:extLst>
              <a:ext uri="{FF2B5EF4-FFF2-40B4-BE49-F238E27FC236}">
                <a16:creationId xmlns:a16="http://schemas.microsoft.com/office/drawing/2014/main" id="{987CCF58-9B83-4A4F-8CA9-3D9C9BB7A287}"/>
              </a:ext>
            </a:extLst>
          </p:cNvPr>
          <p:cNvSpPr>
            <a:spLocks noGrp="1"/>
          </p:cNvSpPr>
          <p:nvPr>
            <p:ph type="sldNum" sz="quarter" idx="12"/>
          </p:nvPr>
        </p:nvSpPr>
        <p:spPr>
          <a:xfrm flipH="1">
            <a:off x="2692171" y="6356350"/>
            <a:ext cx="1167495" cy="365125"/>
          </a:xfrm>
        </p:spPr>
        <p:txBody>
          <a:bodyPr rtlCol="1"/>
          <a:lstStyle/>
          <a:p>
            <a:pPr algn="l" rtl="1"/>
            <a:fld id="{294A09A9-5501-47C1-A89A-A340965A2BE2}" type="slidenum">
              <a:rPr lang="he-IL" smtClean="0"/>
              <a:pPr algn="l" rtl="1"/>
              <a:t>8</a:t>
            </a:fld>
            <a:endParaRPr lang="he-IL"/>
          </a:p>
        </p:txBody>
      </p:sp>
    </p:spTree>
    <p:extLst>
      <p:ext uri="{BB962C8B-B14F-4D97-AF65-F5344CB8AC3E}">
        <p14:creationId xmlns:p14="http://schemas.microsoft.com/office/powerpoint/2010/main" val="3335690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7A6F7BB-30A8-4980-AD4A-2FB0B53FA6C9}"/>
              </a:ext>
            </a:extLst>
          </p:cNvPr>
          <p:cNvSpPr>
            <a:spLocks noGrp="1"/>
          </p:cNvSpPr>
          <p:nvPr>
            <p:ph type="title"/>
          </p:nvPr>
        </p:nvSpPr>
        <p:spPr>
          <a:xfrm flipH="1">
            <a:off x="763428" y="381000"/>
            <a:ext cx="10678142" cy="1325563"/>
          </a:xfrm>
        </p:spPr>
        <p:txBody>
          <a:bodyPr rtlCol="1"/>
          <a:lstStyle/>
          <a:p>
            <a:pPr algn="r" rtl="1"/>
            <a:r>
              <a:rPr lang="he-IL"/>
              <a:t>הצוות המלא</a:t>
            </a:r>
          </a:p>
        </p:txBody>
      </p:sp>
      <p:pic>
        <p:nvPicPr>
          <p:cNvPr id="61" name="מציין מיקום של תמונה 21" descr="צילום פנים של חבר צוות">
            <a:extLst>
              <a:ext uri="{FF2B5EF4-FFF2-40B4-BE49-F238E27FC236}">
                <a16:creationId xmlns:a16="http://schemas.microsoft.com/office/drawing/2014/main" id="{E64AEA23-99EE-8546-A59A-590923ADA6CA}"/>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10536584" y="2068734"/>
            <a:ext cx="904987" cy="905641"/>
          </a:xfrm>
        </p:spPr>
      </p:pic>
      <p:sp>
        <p:nvSpPr>
          <p:cNvPr id="7" name="מציין מיקום טקסט 6">
            <a:extLst>
              <a:ext uri="{FF2B5EF4-FFF2-40B4-BE49-F238E27FC236}">
                <a16:creationId xmlns:a16="http://schemas.microsoft.com/office/drawing/2014/main" id="{ACC180CB-0C9D-0441-A2D3-F4EDC5DB9741}"/>
              </a:ext>
            </a:extLst>
          </p:cNvPr>
          <p:cNvSpPr>
            <a:spLocks noGrp="1"/>
          </p:cNvSpPr>
          <p:nvPr>
            <p:ph type="body" sz="quarter" idx="17"/>
          </p:nvPr>
        </p:nvSpPr>
        <p:spPr>
          <a:xfrm flipH="1">
            <a:off x="9160333" y="2994545"/>
            <a:ext cx="2281237" cy="347662"/>
          </a:xfrm>
        </p:spPr>
        <p:txBody>
          <a:bodyPr rtlCol="1"/>
          <a:lstStyle/>
          <a:p>
            <a:pPr algn="r" rtl="1"/>
            <a:r>
              <a:rPr lang="he-IL"/>
              <a:t>תקווה עייש</a:t>
            </a:r>
          </a:p>
        </p:txBody>
      </p:sp>
      <p:sp>
        <p:nvSpPr>
          <p:cNvPr id="8" name="מציין מיקום טקסט 7">
            <a:extLst>
              <a:ext uri="{FF2B5EF4-FFF2-40B4-BE49-F238E27FC236}">
                <a16:creationId xmlns:a16="http://schemas.microsoft.com/office/drawing/2014/main" id="{44627161-B78C-7646-8E85-99BD47FE64E0}"/>
              </a:ext>
            </a:extLst>
          </p:cNvPr>
          <p:cNvSpPr>
            <a:spLocks noGrp="1"/>
          </p:cNvSpPr>
          <p:nvPr>
            <p:ph type="body" sz="quarter" idx="18"/>
          </p:nvPr>
        </p:nvSpPr>
        <p:spPr>
          <a:xfrm flipH="1">
            <a:off x="9160334" y="3379791"/>
            <a:ext cx="2281237" cy="347662"/>
          </a:xfrm>
        </p:spPr>
        <p:txBody>
          <a:bodyPr rtlCol="1"/>
          <a:lstStyle/>
          <a:p>
            <a:pPr algn="r" rtl="1"/>
            <a:r>
              <a:rPr lang="he-IL"/>
              <a:t>נשיא</a:t>
            </a:r>
          </a:p>
        </p:txBody>
      </p:sp>
      <p:pic>
        <p:nvPicPr>
          <p:cNvPr id="62" name="מציין מיקום של תמונה 50" descr="צילום פנים של חבר צוות">
            <a:extLst>
              <a:ext uri="{FF2B5EF4-FFF2-40B4-BE49-F238E27FC236}">
                <a16:creationId xmlns:a16="http://schemas.microsoft.com/office/drawing/2014/main" id="{C17F05A5-CE13-1545-943B-E3644258662F}"/>
              </a:ext>
            </a:extLst>
          </p:cNvPr>
          <p:cNvPicPr>
            <a:picLocks noGrp="1" noChangeAspect="1"/>
          </p:cNvPicPr>
          <p:nvPr>
            <p:ph type="pic" sz="quarter" idx="28"/>
          </p:nvPr>
        </p:nvPicPr>
        <p:blipFill rotWithShape="1">
          <a:blip r:embed="rId4">
            <a:extLst>
              <a:ext uri="{28A0092B-C50C-407E-A947-70E740481C1C}">
                <a14:useLocalDpi xmlns:a14="http://schemas.microsoft.com/office/drawing/2010/main" val="0"/>
              </a:ext>
            </a:extLst>
          </a:blip>
          <a:srcRect/>
          <a:stretch/>
        </p:blipFill>
        <p:spPr>
          <a:xfrm>
            <a:off x="7737616" y="2068734"/>
            <a:ext cx="904987" cy="905641"/>
          </a:xfrm>
        </p:spPr>
      </p:pic>
      <p:sp>
        <p:nvSpPr>
          <p:cNvPr id="12" name="מציין מיקום טקסט 11">
            <a:extLst>
              <a:ext uri="{FF2B5EF4-FFF2-40B4-BE49-F238E27FC236}">
                <a16:creationId xmlns:a16="http://schemas.microsoft.com/office/drawing/2014/main" id="{E88BDBE3-DBB3-9040-95AC-86789B700450}"/>
              </a:ext>
            </a:extLst>
          </p:cNvPr>
          <p:cNvSpPr>
            <a:spLocks noGrp="1"/>
          </p:cNvSpPr>
          <p:nvPr>
            <p:ph type="body" sz="quarter" idx="29"/>
          </p:nvPr>
        </p:nvSpPr>
        <p:spPr>
          <a:xfrm flipH="1">
            <a:off x="6361365" y="2994545"/>
            <a:ext cx="2281237" cy="347662"/>
          </a:xfrm>
        </p:spPr>
        <p:txBody>
          <a:bodyPr rtlCol="1"/>
          <a:lstStyle/>
          <a:p>
            <a:pPr algn="r" rtl="1"/>
            <a:r>
              <a:rPr lang="he-IL"/>
              <a:t>מרים נילסון</a:t>
            </a:r>
          </a:p>
        </p:txBody>
      </p:sp>
      <p:sp>
        <p:nvSpPr>
          <p:cNvPr id="13" name="מציין מיקום טקסט 12">
            <a:extLst>
              <a:ext uri="{FF2B5EF4-FFF2-40B4-BE49-F238E27FC236}">
                <a16:creationId xmlns:a16="http://schemas.microsoft.com/office/drawing/2014/main" id="{D0969AD2-8004-9B40-90B0-0EBD95268B5A}"/>
              </a:ext>
            </a:extLst>
          </p:cNvPr>
          <p:cNvSpPr>
            <a:spLocks noGrp="1"/>
          </p:cNvSpPr>
          <p:nvPr>
            <p:ph type="body" sz="quarter" idx="30"/>
          </p:nvPr>
        </p:nvSpPr>
        <p:spPr>
          <a:xfrm flipH="1">
            <a:off x="6361366" y="3379791"/>
            <a:ext cx="2281237" cy="347662"/>
          </a:xfrm>
        </p:spPr>
        <p:txBody>
          <a:bodyPr rtlCol="1"/>
          <a:lstStyle/>
          <a:p>
            <a:pPr algn="r" rtl="1"/>
            <a:r>
              <a:rPr lang="he-IL"/>
              <a:t>מנהל כללי</a:t>
            </a:r>
          </a:p>
        </p:txBody>
      </p:sp>
      <p:pic>
        <p:nvPicPr>
          <p:cNvPr id="63" name="מציין מיקום של תמונה 17" descr="צילום פנים של חבר צוות">
            <a:extLst>
              <a:ext uri="{FF2B5EF4-FFF2-40B4-BE49-F238E27FC236}">
                <a16:creationId xmlns:a16="http://schemas.microsoft.com/office/drawing/2014/main" id="{F3C0B2AF-2268-AE4E-BACC-9FF64E86564C}"/>
              </a:ext>
            </a:extLst>
          </p:cNvPr>
          <p:cNvPicPr>
            <a:picLocks noGrp="1" noChangeAspect="1"/>
          </p:cNvPicPr>
          <p:nvPr>
            <p:ph type="pic" sz="quarter" idx="31"/>
          </p:nvPr>
        </p:nvPicPr>
        <p:blipFill rotWithShape="1">
          <a:blip r:embed="rId5">
            <a:extLst>
              <a:ext uri="{28A0092B-C50C-407E-A947-70E740481C1C}">
                <a14:useLocalDpi xmlns:a14="http://schemas.microsoft.com/office/drawing/2010/main" val="0"/>
              </a:ext>
            </a:extLst>
          </a:blip>
          <a:srcRect/>
          <a:stretch/>
        </p:blipFill>
        <p:spPr>
          <a:xfrm>
            <a:off x="4938646" y="2068734"/>
            <a:ext cx="904987" cy="905641"/>
          </a:xfrm>
        </p:spPr>
      </p:pic>
      <p:sp>
        <p:nvSpPr>
          <p:cNvPr id="15" name="מציין מיקום טקסט 14">
            <a:extLst>
              <a:ext uri="{FF2B5EF4-FFF2-40B4-BE49-F238E27FC236}">
                <a16:creationId xmlns:a16="http://schemas.microsoft.com/office/drawing/2014/main" id="{02C30DA5-B4D3-C343-8FEC-D62948BDA920}"/>
              </a:ext>
            </a:extLst>
          </p:cNvPr>
          <p:cNvSpPr>
            <a:spLocks noGrp="1"/>
          </p:cNvSpPr>
          <p:nvPr>
            <p:ph type="body" sz="quarter" idx="32"/>
          </p:nvPr>
        </p:nvSpPr>
        <p:spPr>
          <a:xfrm flipH="1">
            <a:off x="3562395" y="2994545"/>
            <a:ext cx="2281237" cy="347662"/>
          </a:xfrm>
        </p:spPr>
        <p:txBody>
          <a:bodyPr rtlCol="1"/>
          <a:lstStyle/>
          <a:p>
            <a:pPr algn="r" rtl="1"/>
            <a:r>
              <a:rPr lang="he-IL"/>
              <a:t>הילה סילבר</a:t>
            </a:r>
          </a:p>
        </p:txBody>
      </p:sp>
      <p:sp>
        <p:nvSpPr>
          <p:cNvPr id="16" name="מציין מיקום טקסט 15">
            <a:extLst>
              <a:ext uri="{FF2B5EF4-FFF2-40B4-BE49-F238E27FC236}">
                <a16:creationId xmlns:a16="http://schemas.microsoft.com/office/drawing/2014/main" id="{CD202676-78EE-3240-950B-84A1520E27EE}"/>
              </a:ext>
            </a:extLst>
          </p:cNvPr>
          <p:cNvSpPr>
            <a:spLocks noGrp="1"/>
          </p:cNvSpPr>
          <p:nvPr>
            <p:ph type="body" sz="quarter" idx="33"/>
          </p:nvPr>
        </p:nvSpPr>
        <p:spPr>
          <a:xfrm flipH="1">
            <a:off x="3562396" y="3379791"/>
            <a:ext cx="2281237" cy="347662"/>
          </a:xfrm>
        </p:spPr>
        <p:txBody>
          <a:bodyPr rtlCol="1"/>
          <a:lstStyle/>
          <a:p>
            <a:pPr algn="r" rtl="1"/>
            <a:r>
              <a:rPr lang="he-IL"/>
              <a:t>מנהל תפעול ראשי</a:t>
            </a:r>
          </a:p>
        </p:txBody>
      </p:sp>
      <p:pic>
        <p:nvPicPr>
          <p:cNvPr id="64" name="מציין מיקום של תמונה 19" descr="צילום פנים של חבר צוות">
            <a:extLst>
              <a:ext uri="{FF2B5EF4-FFF2-40B4-BE49-F238E27FC236}">
                <a16:creationId xmlns:a16="http://schemas.microsoft.com/office/drawing/2014/main" id="{F2FCDCCE-6383-4047-9485-41AA1E24E8E2}"/>
              </a:ext>
            </a:extLst>
          </p:cNvPr>
          <p:cNvPicPr>
            <a:picLocks noGrp="1" noChangeAspect="1"/>
          </p:cNvPicPr>
          <p:nvPr>
            <p:ph type="pic" sz="quarter" idx="34"/>
          </p:nvPr>
        </p:nvPicPr>
        <p:blipFill rotWithShape="1">
          <a:blip r:embed="rId6">
            <a:extLst>
              <a:ext uri="{28A0092B-C50C-407E-A947-70E740481C1C}">
                <a14:useLocalDpi xmlns:a14="http://schemas.microsoft.com/office/drawing/2010/main" val="0"/>
              </a:ext>
            </a:extLst>
          </a:blip>
          <a:srcRect/>
          <a:stretch/>
        </p:blipFill>
        <p:spPr>
          <a:xfrm>
            <a:off x="2139678" y="2068734"/>
            <a:ext cx="904987" cy="905641"/>
          </a:xfrm>
        </p:spPr>
      </p:pic>
      <p:sp>
        <p:nvSpPr>
          <p:cNvPr id="18" name="מציין מיקום טקסט 17">
            <a:extLst>
              <a:ext uri="{FF2B5EF4-FFF2-40B4-BE49-F238E27FC236}">
                <a16:creationId xmlns:a16="http://schemas.microsoft.com/office/drawing/2014/main" id="{7C503641-A7D5-AD48-A486-CD57C1620326}"/>
              </a:ext>
            </a:extLst>
          </p:cNvPr>
          <p:cNvSpPr>
            <a:spLocks noGrp="1"/>
          </p:cNvSpPr>
          <p:nvPr>
            <p:ph type="body" sz="quarter" idx="35"/>
          </p:nvPr>
        </p:nvSpPr>
        <p:spPr>
          <a:xfrm flipH="1">
            <a:off x="763427" y="2994545"/>
            <a:ext cx="2281237" cy="347662"/>
          </a:xfrm>
        </p:spPr>
        <p:txBody>
          <a:bodyPr rtlCol="1"/>
          <a:lstStyle/>
          <a:p>
            <a:pPr algn="r" rtl="1"/>
            <a:r>
              <a:rPr lang="he-IL"/>
              <a:t>רועי סיני</a:t>
            </a:r>
          </a:p>
        </p:txBody>
      </p:sp>
      <p:sp>
        <p:nvSpPr>
          <p:cNvPr id="19" name="מציין מיקום טקסט 18">
            <a:extLst>
              <a:ext uri="{FF2B5EF4-FFF2-40B4-BE49-F238E27FC236}">
                <a16:creationId xmlns:a16="http://schemas.microsoft.com/office/drawing/2014/main" id="{BBEE7C7B-4D43-1342-88B5-B6F833D51AE8}"/>
              </a:ext>
            </a:extLst>
          </p:cNvPr>
          <p:cNvSpPr>
            <a:spLocks noGrp="1"/>
          </p:cNvSpPr>
          <p:nvPr>
            <p:ph type="body" sz="quarter" idx="36"/>
          </p:nvPr>
        </p:nvSpPr>
        <p:spPr>
          <a:xfrm flipH="1">
            <a:off x="763428" y="3379791"/>
            <a:ext cx="2281237" cy="347662"/>
          </a:xfrm>
        </p:spPr>
        <p:txBody>
          <a:bodyPr rtlCol="1"/>
          <a:lstStyle/>
          <a:p>
            <a:pPr algn="r" rtl="1"/>
            <a:r>
              <a:rPr lang="he-IL"/>
              <a:t>סגן נשיא שיווק</a:t>
            </a:r>
          </a:p>
        </p:txBody>
      </p:sp>
      <p:pic>
        <p:nvPicPr>
          <p:cNvPr id="65" name="מציין מיקום של תמונה 15" descr="צילום פנים של חבר צוות">
            <a:extLst>
              <a:ext uri="{FF2B5EF4-FFF2-40B4-BE49-F238E27FC236}">
                <a16:creationId xmlns:a16="http://schemas.microsoft.com/office/drawing/2014/main" id="{1A89579F-2EA4-E049-9B78-D2237993CDAB}"/>
              </a:ext>
            </a:extLst>
          </p:cNvPr>
          <p:cNvPicPr>
            <a:picLocks noGrp="1" noChangeAspect="1"/>
          </p:cNvPicPr>
          <p:nvPr>
            <p:ph type="pic" sz="quarter" idx="37"/>
          </p:nvPr>
        </p:nvPicPr>
        <p:blipFill rotWithShape="1">
          <a:blip r:embed="rId7">
            <a:extLst>
              <a:ext uri="{28A0092B-C50C-407E-A947-70E740481C1C}">
                <a14:useLocalDpi xmlns:a14="http://schemas.microsoft.com/office/drawing/2010/main" val="0"/>
              </a:ext>
            </a:extLst>
          </a:blip>
          <a:srcRect/>
          <a:stretch/>
        </p:blipFill>
        <p:spPr>
          <a:xfrm>
            <a:off x="10536584" y="4118551"/>
            <a:ext cx="904987" cy="905641"/>
          </a:xfrm>
        </p:spPr>
      </p:pic>
      <p:sp>
        <p:nvSpPr>
          <p:cNvPr id="21" name="מציין מיקום טקסט 20">
            <a:extLst>
              <a:ext uri="{FF2B5EF4-FFF2-40B4-BE49-F238E27FC236}">
                <a16:creationId xmlns:a16="http://schemas.microsoft.com/office/drawing/2014/main" id="{F8C89E42-8364-1040-9DF6-7305561F98D7}"/>
              </a:ext>
            </a:extLst>
          </p:cNvPr>
          <p:cNvSpPr>
            <a:spLocks noGrp="1"/>
          </p:cNvSpPr>
          <p:nvPr>
            <p:ph type="body" sz="quarter" idx="38"/>
          </p:nvPr>
        </p:nvSpPr>
        <p:spPr>
          <a:xfrm flipH="1">
            <a:off x="9160333" y="5044362"/>
            <a:ext cx="2281237" cy="347662"/>
          </a:xfrm>
        </p:spPr>
        <p:txBody>
          <a:bodyPr rtlCol="1"/>
          <a:lstStyle/>
          <a:p>
            <a:pPr algn="r" rtl="1"/>
            <a:r>
              <a:rPr lang="he-IL"/>
              <a:t>ראם בנאי</a:t>
            </a:r>
          </a:p>
        </p:txBody>
      </p:sp>
      <p:sp>
        <p:nvSpPr>
          <p:cNvPr id="22" name="מציין מיקום טקסט 21">
            <a:extLst>
              <a:ext uri="{FF2B5EF4-FFF2-40B4-BE49-F238E27FC236}">
                <a16:creationId xmlns:a16="http://schemas.microsoft.com/office/drawing/2014/main" id="{B05EDAD8-33DD-0B49-9FA0-360E67ED9B6A}"/>
              </a:ext>
            </a:extLst>
          </p:cNvPr>
          <p:cNvSpPr>
            <a:spLocks noGrp="1"/>
          </p:cNvSpPr>
          <p:nvPr>
            <p:ph type="body" sz="quarter" idx="39"/>
          </p:nvPr>
        </p:nvSpPr>
        <p:spPr>
          <a:xfrm flipH="1">
            <a:off x="9160334" y="5429608"/>
            <a:ext cx="2281237" cy="347662"/>
          </a:xfrm>
        </p:spPr>
        <p:txBody>
          <a:bodyPr rtlCol="1"/>
          <a:lstStyle/>
          <a:p>
            <a:pPr algn="r" rtl="1"/>
            <a:r>
              <a:rPr lang="he-IL"/>
              <a:t>סמנכ”ל מוצר</a:t>
            </a:r>
          </a:p>
        </p:txBody>
      </p:sp>
      <p:pic>
        <p:nvPicPr>
          <p:cNvPr id="66" name="מציין מיקום של תמונה 48" descr="צילום פנים של חבר צוות">
            <a:extLst>
              <a:ext uri="{FF2B5EF4-FFF2-40B4-BE49-F238E27FC236}">
                <a16:creationId xmlns:a16="http://schemas.microsoft.com/office/drawing/2014/main" id="{4E145096-B7BF-9C4C-97FA-308F61FE406A}"/>
              </a:ext>
            </a:extLst>
          </p:cNvPr>
          <p:cNvPicPr>
            <a:picLocks noGrp="1" noChangeAspect="1"/>
          </p:cNvPicPr>
          <p:nvPr>
            <p:ph type="pic" sz="quarter" idx="40"/>
          </p:nvPr>
        </p:nvPicPr>
        <p:blipFill rotWithShape="1">
          <a:blip r:embed="rId8">
            <a:extLst>
              <a:ext uri="{28A0092B-C50C-407E-A947-70E740481C1C}">
                <a14:useLocalDpi xmlns:a14="http://schemas.microsoft.com/office/drawing/2010/main" val="0"/>
              </a:ext>
            </a:extLst>
          </a:blip>
          <a:srcRect/>
          <a:stretch/>
        </p:blipFill>
        <p:spPr>
          <a:xfrm>
            <a:off x="7737616" y="4118551"/>
            <a:ext cx="904987" cy="905641"/>
          </a:xfrm>
        </p:spPr>
      </p:pic>
      <p:sp>
        <p:nvSpPr>
          <p:cNvPr id="24" name="מציין מיקום טקסט 23">
            <a:extLst>
              <a:ext uri="{FF2B5EF4-FFF2-40B4-BE49-F238E27FC236}">
                <a16:creationId xmlns:a16="http://schemas.microsoft.com/office/drawing/2014/main" id="{9B1711A4-C7D5-8D4D-82CD-4FBE8CC7FFE7}"/>
              </a:ext>
            </a:extLst>
          </p:cNvPr>
          <p:cNvSpPr>
            <a:spLocks noGrp="1"/>
          </p:cNvSpPr>
          <p:nvPr>
            <p:ph type="body" sz="quarter" idx="41"/>
          </p:nvPr>
        </p:nvSpPr>
        <p:spPr>
          <a:xfrm flipH="1">
            <a:off x="6361365" y="5044362"/>
            <a:ext cx="2281237" cy="347662"/>
          </a:xfrm>
        </p:spPr>
        <p:txBody>
          <a:bodyPr rtlCol="1"/>
          <a:lstStyle/>
          <a:p>
            <a:pPr algn="r" rtl="1"/>
            <a:r>
              <a:rPr lang="he-IL"/>
              <a:t>רועי מרגי</a:t>
            </a:r>
          </a:p>
        </p:txBody>
      </p:sp>
      <p:sp>
        <p:nvSpPr>
          <p:cNvPr id="25" name="מציין מיקום טקסט 24">
            <a:extLst>
              <a:ext uri="{FF2B5EF4-FFF2-40B4-BE49-F238E27FC236}">
                <a16:creationId xmlns:a16="http://schemas.microsoft.com/office/drawing/2014/main" id="{1D585144-668F-6141-B4A4-98C6E14ACA71}"/>
              </a:ext>
            </a:extLst>
          </p:cNvPr>
          <p:cNvSpPr>
            <a:spLocks noGrp="1"/>
          </p:cNvSpPr>
          <p:nvPr>
            <p:ph type="body" sz="quarter" idx="42"/>
          </p:nvPr>
        </p:nvSpPr>
        <p:spPr>
          <a:xfrm flipH="1">
            <a:off x="6361366" y="5429608"/>
            <a:ext cx="2281237" cy="347662"/>
          </a:xfrm>
        </p:spPr>
        <p:txBody>
          <a:bodyPr rtlCol="1"/>
          <a:lstStyle/>
          <a:p>
            <a:pPr algn="r" rtl="1"/>
            <a:r>
              <a:rPr lang="he-IL"/>
              <a:t>אסטרטג SEO</a:t>
            </a:r>
          </a:p>
        </p:txBody>
      </p:sp>
      <p:pic>
        <p:nvPicPr>
          <p:cNvPr id="67" name="מציין מיקום של תמונה 52" descr="צילום פנים של חבר צוות">
            <a:extLst>
              <a:ext uri="{FF2B5EF4-FFF2-40B4-BE49-F238E27FC236}">
                <a16:creationId xmlns:a16="http://schemas.microsoft.com/office/drawing/2014/main" id="{25B94F1A-D947-AF4E-BC9D-9B02C4E4EB30}"/>
              </a:ext>
            </a:extLst>
          </p:cNvPr>
          <p:cNvPicPr>
            <a:picLocks noGrp="1" noChangeAspect="1"/>
          </p:cNvPicPr>
          <p:nvPr>
            <p:ph type="pic" sz="quarter" idx="43"/>
          </p:nvPr>
        </p:nvPicPr>
        <p:blipFill rotWithShape="1">
          <a:blip r:embed="rId9">
            <a:extLst>
              <a:ext uri="{28A0092B-C50C-407E-A947-70E740481C1C}">
                <a14:useLocalDpi xmlns:a14="http://schemas.microsoft.com/office/drawing/2010/main" val="0"/>
              </a:ext>
            </a:extLst>
          </a:blip>
          <a:srcRect/>
          <a:stretch/>
        </p:blipFill>
        <p:spPr>
          <a:xfrm>
            <a:off x="4938646" y="4118551"/>
            <a:ext cx="904987" cy="905641"/>
          </a:xfrm>
        </p:spPr>
      </p:pic>
      <p:sp>
        <p:nvSpPr>
          <p:cNvPr id="27" name="מציין מיקום טקסט 26">
            <a:extLst>
              <a:ext uri="{FF2B5EF4-FFF2-40B4-BE49-F238E27FC236}">
                <a16:creationId xmlns:a16="http://schemas.microsoft.com/office/drawing/2014/main" id="{C63E461E-3AFB-0843-B481-D906526D48B2}"/>
              </a:ext>
            </a:extLst>
          </p:cNvPr>
          <p:cNvSpPr>
            <a:spLocks noGrp="1"/>
          </p:cNvSpPr>
          <p:nvPr>
            <p:ph type="body" sz="quarter" idx="44"/>
          </p:nvPr>
        </p:nvSpPr>
        <p:spPr>
          <a:xfrm flipH="1">
            <a:off x="3562395" y="5044362"/>
            <a:ext cx="2281237" cy="347662"/>
          </a:xfrm>
        </p:spPr>
        <p:txBody>
          <a:bodyPr rtlCol="1"/>
          <a:lstStyle/>
          <a:p>
            <a:pPr algn="r" rtl="1"/>
            <a:r>
              <a:rPr lang="he-IL"/>
              <a:t>אליזבת מור</a:t>
            </a:r>
          </a:p>
        </p:txBody>
      </p:sp>
      <p:sp>
        <p:nvSpPr>
          <p:cNvPr id="28" name="מציין מיקום טקסט 27">
            <a:extLst>
              <a:ext uri="{FF2B5EF4-FFF2-40B4-BE49-F238E27FC236}">
                <a16:creationId xmlns:a16="http://schemas.microsoft.com/office/drawing/2014/main" id="{83F586E4-67FA-B94C-AF67-F2E5E6E54157}"/>
              </a:ext>
            </a:extLst>
          </p:cNvPr>
          <p:cNvSpPr>
            <a:spLocks noGrp="1"/>
          </p:cNvSpPr>
          <p:nvPr>
            <p:ph type="body" sz="quarter" idx="45"/>
          </p:nvPr>
        </p:nvSpPr>
        <p:spPr>
          <a:xfrm flipH="1">
            <a:off x="3562396" y="5429608"/>
            <a:ext cx="2281237" cy="347662"/>
          </a:xfrm>
        </p:spPr>
        <p:txBody>
          <a:bodyPr rtlCol="1"/>
          <a:lstStyle/>
          <a:p>
            <a:pPr algn="r" rtl="1"/>
            <a:r>
              <a:rPr lang="he-IL"/>
              <a:t>מעצב מוצר</a:t>
            </a:r>
          </a:p>
        </p:txBody>
      </p:sp>
      <p:pic>
        <p:nvPicPr>
          <p:cNvPr id="68" name="מציין מיקום של תמונה 54" descr="צילום פנים של חבר צוות">
            <a:extLst>
              <a:ext uri="{FF2B5EF4-FFF2-40B4-BE49-F238E27FC236}">
                <a16:creationId xmlns:a16="http://schemas.microsoft.com/office/drawing/2014/main" id="{7E3F00C5-0B4F-FE4F-9561-1EB505B31873}"/>
              </a:ext>
            </a:extLst>
          </p:cNvPr>
          <p:cNvPicPr>
            <a:picLocks noGrp="1" noChangeAspect="1"/>
          </p:cNvPicPr>
          <p:nvPr>
            <p:ph type="pic" sz="quarter" idx="46"/>
          </p:nvPr>
        </p:nvPicPr>
        <p:blipFill rotWithShape="1">
          <a:blip r:embed="rId10">
            <a:extLst>
              <a:ext uri="{28A0092B-C50C-407E-A947-70E740481C1C}">
                <a14:useLocalDpi xmlns:a14="http://schemas.microsoft.com/office/drawing/2010/main" val="0"/>
              </a:ext>
            </a:extLst>
          </a:blip>
          <a:srcRect/>
          <a:stretch/>
        </p:blipFill>
        <p:spPr>
          <a:xfrm>
            <a:off x="2139678" y="4118551"/>
            <a:ext cx="904987" cy="905641"/>
          </a:xfrm>
        </p:spPr>
      </p:pic>
      <p:sp>
        <p:nvSpPr>
          <p:cNvPr id="36" name="מציין מיקום טקסט 35">
            <a:extLst>
              <a:ext uri="{FF2B5EF4-FFF2-40B4-BE49-F238E27FC236}">
                <a16:creationId xmlns:a16="http://schemas.microsoft.com/office/drawing/2014/main" id="{875B85E2-950C-CB45-A7F7-DE257EA20BB3}"/>
              </a:ext>
            </a:extLst>
          </p:cNvPr>
          <p:cNvSpPr>
            <a:spLocks noGrp="1"/>
          </p:cNvSpPr>
          <p:nvPr>
            <p:ph type="body" sz="quarter" idx="47"/>
          </p:nvPr>
        </p:nvSpPr>
        <p:spPr>
          <a:xfrm flipH="1">
            <a:off x="763427" y="5044362"/>
            <a:ext cx="2281237" cy="347662"/>
          </a:xfrm>
        </p:spPr>
        <p:txBody>
          <a:bodyPr rtlCol="1"/>
          <a:lstStyle/>
          <a:p>
            <a:pPr algn="r" rtl="1"/>
            <a:r>
              <a:rPr lang="he-IL"/>
              <a:t>רונית קליין</a:t>
            </a:r>
          </a:p>
        </p:txBody>
      </p:sp>
      <p:sp>
        <p:nvSpPr>
          <p:cNvPr id="37" name="מציין מיקום טקסט 36">
            <a:extLst>
              <a:ext uri="{FF2B5EF4-FFF2-40B4-BE49-F238E27FC236}">
                <a16:creationId xmlns:a16="http://schemas.microsoft.com/office/drawing/2014/main" id="{FC8EFF8B-CC40-9646-AAFC-092814DA02AD}"/>
              </a:ext>
            </a:extLst>
          </p:cNvPr>
          <p:cNvSpPr>
            <a:spLocks noGrp="1"/>
          </p:cNvSpPr>
          <p:nvPr>
            <p:ph type="body" sz="quarter" idx="48"/>
          </p:nvPr>
        </p:nvSpPr>
        <p:spPr>
          <a:xfrm flipH="1">
            <a:off x="763428" y="5429608"/>
            <a:ext cx="2281237" cy="347662"/>
          </a:xfrm>
        </p:spPr>
        <p:txBody>
          <a:bodyPr rtlCol="1"/>
          <a:lstStyle/>
          <a:p>
            <a:pPr algn="r" rtl="1"/>
            <a:r>
              <a:rPr lang="he-IL"/>
              <a:t>מפתח תוכן</a:t>
            </a:r>
          </a:p>
        </p:txBody>
      </p:sp>
      <p:sp>
        <p:nvSpPr>
          <p:cNvPr id="3" name="מציין מיקום של תאריך 2">
            <a:extLst>
              <a:ext uri="{FF2B5EF4-FFF2-40B4-BE49-F238E27FC236}">
                <a16:creationId xmlns:a16="http://schemas.microsoft.com/office/drawing/2014/main" id="{DF3B501F-5E7A-5D46-8856-A27912A21D96}"/>
              </a:ext>
            </a:extLst>
          </p:cNvPr>
          <p:cNvSpPr>
            <a:spLocks noGrp="1"/>
          </p:cNvSpPr>
          <p:nvPr>
            <p:ph type="dt" sz="half" idx="25"/>
          </p:nvPr>
        </p:nvSpPr>
        <p:spPr>
          <a:xfrm flipH="1">
            <a:off x="9067800" y="6356350"/>
            <a:ext cx="2743200" cy="365125"/>
          </a:xfrm>
        </p:spPr>
        <p:txBody>
          <a:bodyPr rtlCol="1"/>
          <a:lstStyle/>
          <a:p>
            <a:pPr algn="r" rtl="1"/>
            <a:fld id="{4DC9F505-0E11-42BA-9DFC-94E2EC2D0E61}" type="datetime1">
              <a:rPr lang="he-IL" smtClean="0"/>
              <a:t>כ"ו/שבט/תשפ"ד</a:t>
            </a:fld>
            <a:endParaRPr lang="he-IL"/>
          </a:p>
        </p:txBody>
      </p:sp>
      <p:sp>
        <p:nvSpPr>
          <p:cNvPr id="4" name="מציין מיקום של כותרת תחתונה 3">
            <a:extLst>
              <a:ext uri="{FF2B5EF4-FFF2-40B4-BE49-F238E27FC236}">
                <a16:creationId xmlns:a16="http://schemas.microsoft.com/office/drawing/2014/main" id="{E9CE3E8F-3700-FE42-BA65-89071D20A786}"/>
              </a:ext>
            </a:extLst>
          </p:cNvPr>
          <p:cNvSpPr>
            <a:spLocks noGrp="1"/>
          </p:cNvSpPr>
          <p:nvPr>
            <p:ph type="ftr" sz="quarter" idx="26"/>
          </p:nvPr>
        </p:nvSpPr>
        <p:spPr>
          <a:xfrm flipH="1">
            <a:off x="4038600" y="6356350"/>
            <a:ext cx="4114800" cy="365125"/>
          </a:xfrm>
        </p:spPr>
        <p:txBody>
          <a:bodyPr rtlCol="1"/>
          <a:lstStyle/>
          <a:p>
            <a:pPr algn="ctr" rtl="1"/>
            <a:r>
              <a:rPr lang="he-IL"/>
              <a:t>כותרת המצגת</a:t>
            </a:r>
          </a:p>
        </p:txBody>
      </p:sp>
      <p:sp>
        <p:nvSpPr>
          <p:cNvPr id="5" name="מציין מיקום של מספר שקופית 4">
            <a:extLst>
              <a:ext uri="{FF2B5EF4-FFF2-40B4-BE49-F238E27FC236}">
                <a16:creationId xmlns:a16="http://schemas.microsoft.com/office/drawing/2014/main" id="{352A2850-23AF-A249-8907-5DAF2E2D2269}"/>
              </a:ext>
            </a:extLst>
          </p:cNvPr>
          <p:cNvSpPr>
            <a:spLocks noGrp="1"/>
          </p:cNvSpPr>
          <p:nvPr>
            <p:ph type="sldNum" sz="quarter" idx="27"/>
          </p:nvPr>
        </p:nvSpPr>
        <p:spPr>
          <a:xfrm flipH="1">
            <a:off x="381000" y="6356350"/>
            <a:ext cx="2743200" cy="365125"/>
          </a:xfrm>
        </p:spPr>
        <p:txBody>
          <a:bodyPr rtlCol="1"/>
          <a:lstStyle/>
          <a:p>
            <a:pPr algn="l" rtl="1"/>
            <a:fld id="{294A09A9-5501-47C1-A89A-A340965A2BE2}" type="slidenum">
              <a:rPr lang="he-IL" smtClean="0"/>
              <a:pPr algn="l" rtl="1"/>
              <a:t>9</a:t>
            </a:fld>
            <a:endParaRPr lang="he-IL"/>
          </a:p>
        </p:txBody>
      </p:sp>
    </p:spTree>
    <p:extLst>
      <p:ext uri="{BB962C8B-B14F-4D97-AF65-F5344CB8AC3E}">
        <p14:creationId xmlns:p14="http://schemas.microsoft.com/office/powerpoint/2010/main" val="3396266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D0B6389-2374-4677-B8BB-59410CCC32FD}"/>
              </a:ext>
            </a:extLst>
          </p:cNvPr>
          <p:cNvSpPr>
            <a:spLocks noGrp="1"/>
          </p:cNvSpPr>
          <p:nvPr>
            <p:ph type="title"/>
          </p:nvPr>
        </p:nvSpPr>
        <p:spPr>
          <a:xfrm flipH="1">
            <a:off x="1245325" y="381000"/>
            <a:ext cx="9779183" cy="1325563"/>
          </a:xfrm>
        </p:spPr>
        <p:txBody>
          <a:bodyPr rtlCol="1">
            <a:normAutofit/>
          </a:bodyPr>
          <a:lstStyle/>
          <a:p>
            <a:pPr algn="r" rtl="1"/>
            <a:r>
              <a:rPr lang="he-IL" dirty="0"/>
              <a:t>תכנן לקראת השקת מוצר </a:t>
            </a:r>
          </a:p>
        </p:txBody>
      </p:sp>
      <p:graphicFrame>
        <p:nvGraphicFramePr>
          <p:cNvPr id="6" name="מציין מיקום תוכן 3" descr="מציין מיקום של ציר זמן ">
            <a:extLst>
              <a:ext uri="{FF2B5EF4-FFF2-40B4-BE49-F238E27FC236}">
                <a16:creationId xmlns:a16="http://schemas.microsoft.com/office/drawing/2014/main" id="{85168BDF-A0D9-4916-A9F9-41D8175A703C}"/>
              </a:ext>
            </a:extLst>
          </p:cNvPr>
          <p:cNvGraphicFramePr>
            <a:graphicFrameLocks noGrp="1" noChangeAspect="1"/>
          </p:cNvGraphicFramePr>
          <p:nvPr>
            <p:extLst>
              <p:ext uri="{D42A27DB-BD31-4B8C-83A1-F6EECF244321}">
                <p14:modId xmlns:p14="http://schemas.microsoft.com/office/powerpoint/2010/main" val="1197766752"/>
              </p:ext>
            </p:extLst>
          </p:nvPr>
        </p:nvGraphicFramePr>
        <p:xfrm>
          <a:off x="1251313" y="2082555"/>
          <a:ext cx="9689375" cy="39408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תיבת טקסט 3">
            <a:extLst>
              <a:ext uri="{FF2B5EF4-FFF2-40B4-BE49-F238E27FC236}">
                <a16:creationId xmlns:a16="http://schemas.microsoft.com/office/drawing/2014/main" id="{9C0179B5-0800-154F-80F6-614473C055BD}"/>
              </a:ext>
            </a:extLst>
          </p:cNvPr>
          <p:cNvSpPr txBox="1"/>
          <p:nvPr/>
        </p:nvSpPr>
        <p:spPr>
          <a:xfrm flipH="1">
            <a:off x="9813985" y="2652156"/>
            <a:ext cx="350196" cy="646331"/>
          </a:xfrm>
          <a:prstGeom prst="rect">
            <a:avLst/>
          </a:prstGeom>
          <a:noFill/>
        </p:spPr>
        <p:txBody>
          <a:bodyPr wrap="square" rtlCol="1">
            <a:spAutoFit/>
          </a:bodyPr>
          <a:lstStyle/>
          <a:p>
            <a:pPr algn="ctr" rtl="1"/>
            <a:r>
              <a:rPr lang="he-IL" sz="3600" b="1" dirty="0">
                <a:solidFill>
                  <a:schemeClr val="bg1"/>
                </a:solidFill>
                <a:latin typeface="Tahoma" panose="020B0604030504040204" pitchFamily="34" charset="0"/>
                <a:ea typeface="Tahoma" panose="020B0604030504040204" pitchFamily="34" charset="0"/>
                <a:cs typeface="Tahoma" panose="020B0604030504040204" pitchFamily="34" charset="0"/>
              </a:rPr>
              <a:t>1</a:t>
            </a:r>
          </a:p>
        </p:txBody>
      </p:sp>
      <p:sp>
        <p:nvSpPr>
          <p:cNvPr id="7" name="תיבת טקסט 6">
            <a:extLst>
              <a:ext uri="{FF2B5EF4-FFF2-40B4-BE49-F238E27FC236}">
                <a16:creationId xmlns:a16="http://schemas.microsoft.com/office/drawing/2014/main" id="{B468C313-80C0-8840-8702-F1084174C592}"/>
              </a:ext>
            </a:extLst>
          </p:cNvPr>
          <p:cNvSpPr txBox="1"/>
          <p:nvPr/>
        </p:nvSpPr>
        <p:spPr>
          <a:xfrm flipH="1">
            <a:off x="7854556" y="2652156"/>
            <a:ext cx="350196" cy="646331"/>
          </a:xfrm>
          <a:prstGeom prst="rect">
            <a:avLst/>
          </a:prstGeom>
          <a:noFill/>
        </p:spPr>
        <p:txBody>
          <a:bodyPr wrap="square" rtlCol="1">
            <a:spAutoFit/>
          </a:bodyPr>
          <a:lstStyle/>
          <a:p>
            <a:pPr algn="ctr" rtl="1"/>
            <a:r>
              <a:rPr lang="he-IL" sz="3600" b="1" dirty="0">
                <a:solidFill>
                  <a:schemeClr val="bg1"/>
                </a:solidFill>
                <a:latin typeface="Tahoma" panose="020B0604030504040204" pitchFamily="34" charset="0"/>
                <a:ea typeface="Tahoma" panose="020B0604030504040204" pitchFamily="34" charset="0"/>
                <a:cs typeface="Tahoma" panose="020B0604030504040204" pitchFamily="34" charset="0"/>
              </a:rPr>
              <a:t>2</a:t>
            </a:r>
          </a:p>
        </p:txBody>
      </p:sp>
      <p:sp>
        <p:nvSpPr>
          <p:cNvPr id="8" name="תיבת טקסט 7">
            <a:extLst>
              <a:ext uri="{FF2B5EF4-FFF2-40B4-BE49-F238E27FC236}">
                <a16:creationId xmlns:a16="http://schemas.microsoft.com/office/drawing/2014/main" id="{4E863C6B-1856-BC43-A090-B182EAB34EB8}"/>
              </a:ext>
            </a:extLst>
          </p:cNvPr>
          <p:cNvSpPr txBox="1"/>
          <p:nvPr/>
        </p:nvSpPr>
        <p:spPr>
          <a:xfrm flipH="1">
            <a:off x="5924156" y="2652156"/>
            <a:ext cx="350196" cy="646331"/>
          </a:xfrm>
          <a:prstGeom prst="rect">
            <a:avLst/>
          </a:prstGeom>
          <a:noFill/>
        </p:spPr>
        <p:txBody>
          <a:bodyPr wrap="square" rtlCol="1">
            <a:spAutoFit/>
          </a:bodyPr>
          <a:lstStyle/>
          <a:p>
            <a:pPr algn="ctr" rtl="1"/>
            <a:r>
              <a:rPr lang="he-IL" sz="3600" b="1" dirty="0">
                <a:solidFill>
                  <a:schemeClr val="bg1"/>
                </a:solidFill>
                <a:latin typeface="Tahoma" panose="020B0604030504040204" pitchFamily="34" charset="0"/>
                <a:ea typeface="Tahoma" panose="020B0604030504040204" pitchFamily="34" charset="0"/>
                <a:cs typeface="Tahoma" panose="020B0604030504040204" pitchFamily="34" charset="0"/>
              </a:rPr>
              <a:t>3</a:t>
            </a:r>
          </a:p>
        </p:txBody>
      </p:sp>
      <p:sp>
        <p:nvSpPr>
          <p:cNvPr id="9" name="תיבת טקסט 8">
            <a:extLst>
              <a:ext uri="{FF2B5EF4-FFF2-40B4-BE49-F238E27FC236}">
                <a16:creationId xmlns:a16="http://schemas.microsoft.com/office/drawing/2014/main" id="{3AE770E3-D227-CD4E-83C4-44744E774884}"/>
              </a:ext>
            </a:extLst>
          </p:cNvPr>
          <p:cNvSpPr txBox="1"/>
          <p:nvPr/>
        </p:nvSpPr>
        <p:spPr>
          <a:xfrm flipH="1">
            <a:off x="3963776" y="2652156"/>
            <a:ext cx="350196" cy="646331"/>
          </a:xfrm>
          <a:prstGeom prst="rect">
            <a:avLst/>
          </a:prstGeom>
          <a:noFill/>
        </p:spPr>
        <p:txBody>
          <a:bodyPr wrap="square" rtlCol="1">
            <a:spAutoFit/>
          </a:bodyPr>
          <a:lstStyle/>
          <a:p>
            <a:pPr algn="ctr" rtl="1"/>
            <a:r>
              <a:rPr lang="he-IL" sz="3600" b="1" dirty="0">
                <a:solidFill>
                  <a:schemeClr val="bg1"/>
                </a:solidFill>
                <a:latin typeface="Tahoma" panose="020B0604030504040204" pitchFamily="34" charset="0"/>
                <a:ea typeface="Tahoma" panose="020B0604030504040204" pitchFamily="34" charset="0"/>
                <a:cs typeface="Tahoma" panose="020B0604030504040204" pitchFamily="34" charset="0"/>
              </a:rPr>
              <a:t>4</a:t>
            </a:r>
          </a:p>
        </p:txBody>
      </p:sp>
      <p:sp>
        <p:nvSpPr>
          <p:cNvPr id="10" name="תיבת טקסט 9">
            <a:extLst>
              <a:ext uri="{FF2B5EF4-FFF2-40B4-BE49-F238E27FC236}">
                <a16:creationId xmlns:a16="http://schemas.microsoft.com/office/drawing/2014/main" id="{10C47546-62E7-304A-8631-60D9B8E543BE}"/>
              </a:ext>
            </a:extLst>
          </p:cNvPr>
          <p:cNvSpPr txBox="1"/>
          <p:nvPr/>
        </p:nvSpPr>
        <p:spPr>
          <a:xfrm flipH="1">
            <a:off x="2033851" y="2652156"/>
            <a:ext cx="350196" cy="646331"/>
          </a:xfrm>
          <a:prstGeom prst="rect">
            <a:avLst/>
          </a:prstGeom>
          <a:noFill/>
        </p:spPr>
        <p:txBody>
          <a:bodyPr wrap="square" rtlCol="1">
            <a:spAutoFit/>
          </a:bodyPr>
          <a:lstStyle/>
          <a:p>
            <a:pPr algn="ctr" rtl="1"/>
            <a:r>
              <a:rPr lang="he-IL" sz="3600" b="1" dirty="0">
                <a:solidFill>
                  <a:schemeClr val="bg1"/>
                </a:solidFill>
                <a:latin typeface="Tahoma" panose="020B0604030504040204" pitchFamily="34" charset="0"/>
                <a:ea typeface="Tahoma" panose="020B0604030504040204" pitchFamily="34" charset="0"/>
                <a:cs typeface="Tahoma" panose="020B0604030504040204" pitchFamily="34" charset="0"/>
              </a:rPr>
              <a:t>5</a:t>
            </a:r>
          </a:p>
        </p:txBody>
      </p:sp>
      <p:sp>
        <p:nvSpPr>
          <p:cNvPr id="3" name="מציין מיקום של תאריך 2">
            <a:extLst>
              <a:ext uri="{FF2B5EF4-FFF2-40B4-BE49-F238E27FC236}">
                <a16:creationId xmlns:a16="http://schemas.microsoft.com/office/drawing/2014/main" id="{3FE88D32-0135-7B4F-AD5F-EA1673D46765}"/>
              </a:ext>
            </a:extLst>
          </p:cNvPr>
          <p:cNvSpPr>
            <a:spLocks noGrp="1"/>
          </p:cNvSpPr>
          <p:nvPr>
            <p:ph type="dt" sz="half" idx="2"/>
          </p:nvPr>
        </p:nvSpPr>
        <p:spPr>
          <a:xfrm flipH="1">
            <a:off x="10109982" y="6356350"/>
            <a:ext cx="1701018" cy="365125"/>
          </a:xfrm>
        </p:spPr>
        <p:txBody>
          <a:bodyPr rtlCol="1"/>
          <a:lstStyle/>
          <a:p>
            <a:pPr algn="r" rtl="1"/>
            <a:fld id="{508403AF-1108-4B21-8A12-B26DD6847450}" type="datetime1">
              <a:rPr lang="he-IL" smtClean="0"/>
              <a:t>כ"ו/שבט/תשפ"ד</a:t>
            </a:fld>
            <a:endParaRPr lang="he-IL" dirty="0"/>
          </a:p>
        </p:txBody>
      </p:sp>
      <p:sp>
        <p:nvSpPr>
          <p:cNvPr id="11" name="מציין מיקום של כותרת תחתונה 10">
            <a:extLst>
              <a:ext uri="{FF2B5EF4-FFF2-40B4-BE49-F238E27FC236}">
                <a16:creationId xmlns:a16="http://schemas.microsoft.com/office/drawing/2014/main" id="{EBF4ECF3-F211-3447-AF95-22487182EEF2}"/>
              </a:ext>
            </a:extLst>
          </p:cNvPr>
          <p:cNvSpPr>
            <a:spLocks noGrp="1"/>
          </p:cNvSpPr>
          <p:nvPr>
            <p:ph type="ftr" sz="quarter" idx="3"/>
          </p:nvPr>
        </p:nvSpPr>
        <p:spPr>
          <a:xfrm flipH="1">
            <a:off x="4038600" y="6356350"/>
            <a:ext cx="4114800" cy="365125"/>
          </a:xfrm>
        </p:spPr>
        <p:txBody>
          <a:bodyPr rtlCol="1"/>
          <a:lstStyle/>
          <a:p>
            <a:pPr rtl="1"/>
            <a:r>
              <a:rPr lang="he-IL" dirty="0"/>
              <a:t>כותרת המצגת</a:t>
            </a:r>
          </a:p>
        </p:txBody>
      </p:sp>
      <p:sp>
        <p:nvSpPr>
          <p:cNvPr id="12" name="מציין מיקום של מספר שקופית 11">
            <a:extLst>
              <a:ext uri="{FF2B5EF4-FFF2-40B4-BE49-F238E27FC236}">
                <a16:creationId xmlns:a16="http://schemas.microsoft.com/office/drawing/2014/main" id="{6308D1AB-33EC-174A-AFF4-6B9718A863B4}"/>
              </a:ext>
            </a:extLst>
          </p:cNvPr>
          <p:cNvSpPr>
            <a:spLocks noGrp="1"/>
          </p:cNvSpPr>
          <p:nvPr>
            <p:ph type="sldNum" sz="quarter" idx="4"/>
          </p:nvPr>
        </p:nvSpPr>
        <p:spPr>
          <a:xfrm flipH="1">
            <a:off x="381001" y="6356350"/>
            <a:ext cx="1657723" cy="365125"/>
          </a:xfrm>
        </p:spPr>
        <p:txBody>
          <a:bodyPr rtlCol="1"/>
          <a:lstStyle/>
          <a:p>
            <a:pPr algn="l" rtl="1"/>
            <a:fld id="{294A09A9-5501-47C1-A89A-A340965A2BE2}" type="slidenum">
              <a:rPr lang="he-IL" smtClean="0"/>
              <a:pPr algn="l" rtl="1"/>
              <a:t>10</a:t>
            </a:fld>
            <a:endParaRPr lang="he-IL" dirty="0"/>
          </a:p>
        </p:txBody>
      </p:sp>
    </p:spTree>
    <p:extLst>
      <p:ext uri="{BB962C8B-B14F-4D97-AF65-F5344CB8AC3E}">
        <p14:creationId xmlns:p14="http://schemas.microsoft.com/office/powerpoint/2010/main" val="700209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2">
            <a:extLst>
              <a:ext uri="{FF2B5EF4-FFF2-40B4-BE49-F238E27FC236}">
                <a16:creationId xmlns:a16="http://schemas.microsoft.com/office/drawing/2014/main" id="{C55E2E3E-148D-4BE4-88A4-447C4BC35E68}"/>
              </a:ext>
            </a:extLst>
          </p:cNvPr>
          <p:cNvSpPr>
            <a:spLocks noGrp="1"/>
          </p:cNvSpPr>
          <p:nvPr>
            <p:ph type="title"/>
          </p:nvPr>
        </p:nvSpPr>
        <p:spPr>
          <a:xfrm flipH="1">
            <a:off x="1245325" y="381000"/>
            <a:ext cx="9779183" cy="1325563"/>
          </a:xfrm>
        </p:spPr>
        <p:txBody>
          <a:bodyPr rtlCol="1"/>
          <a:lstStyle/>
          <a:p>
            <a:pPr algn="r" rtl="1"/>
            <a:r>
              <a:rPr lang="he-IL" dirty="0"/>
              <a:t>ציר זמן </a:t>
            </a:r>
          </a:p>
        </p:txBody>
      </p:sp>
      <p:graphicFrame>
        <p:nvGraphicFramePr>
          <p:cNvPr id="2" name="דיאגרמה 2" descr="גרפיקת SmartArt">
            <a:extLst>
              <a:ext uri="{FF2B5EF4-FFF2-40B4-BE49-F238E27FC236}">
                <a16:creationId xmlns:a16="http://schemas.microsoft.com/office/drawing/2014/main" id="{364D30CB-C02F-4FE1-9E72-11B75FF74851}"/>
              </a:ext>
            </a:extLst>
          </p:cNvPr>
          <p:cNvGraphicFramePr/>
          <p:nvPr>
            <p:extLst>
              <p:ext uri="{D42A27DB-BD31-4B8C-83A1-F6EECF244321}">
                <p14:modId xmlns:p14="http://schemas.microsoft.com/office/powerpoint/2010/main" val="47407381"/>
              </p:ext>
            </p:extLst>
          </p:nvPr>
        </p:nvGraphicFramePr>
        <p:xfrm>
          <a:off x="1167493" y="1706563"/>
          <a:ext cx="9779182" cy="43630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מציין מיקום של תאריך 3">
            <a:extLst>
              <a:ext uri="{FF2B5EF4-FFF2-40B4-BE49-F238E27FC236}">
                <a16:creationId xmlns:a16="http://schemas.microsoft.com/office/drawing/2014/main" id="{374915C9-579A-6644-A782-7D56C8F5561E}"/>
              </a:ext>
            </a:extLst>
          </p:cNvPr>
          <p:cNvSpPr>
            <a:spLocks noGrp="1"/>
          </p:cNvSpPr>
          <p:nvPr>
            <p:ph type="dt" sz="half" idx="2"/>
          </p:nvPr>
        </p:nvSpPr>
        <p:spPr>
          <a:xfrm flipH="1">
            <a:off x="10109982" y="6356350"/>
            <a:ext cx="1701018" cy="365125"/>
          </a:xfrm>
        </p:spPr>
        <p:txBody>
          <a:bodyPr rtlCol="1"/>
          <a:lstStyle/>
          <a:p>
            <a:pPr algn="r" rtl="1"/>
            <a:fld id="{94BB2824-BD33-4EA9-9CE2-A3E91AEBA3B6}" type="datetime1">
              <a:rPr lang="he-IL" smtClean="0"/>
              <a:t>כ"ו/שבט/תשפ"ד</a:t>
            </a:fld>
            <a:endParaRPr lang="he-IL" dirty="0"/>
          </a:p>
        </p:txBody>
      </p:sp>
      <p:sp>
        <p:nvSpPr>
          <p:cNvPr id="5" name="מציין מיקום של כותרת תחתונה 4">
            <a:extLst>
              <a:ext uri="{FF2B5EF4-FFF2-40B4-BE49-F238E27FC236}">
                <a16:creationId xmlns:a16="http://schemas.microsoft.com/office/drawing/2014/main" id="{140F55DB-0AAD-684A-B0E2-8EF58E039423}"/>
              </a:ext>
            </a:extLst>
          </p:cNvPr>
          <p:cNvSpPr>
            <a:spLocks noGrp="1"/>
          </p:cNvSpPr>
          <p:nvPr>
            <p:ph type="ftr" sz="quarter" idx="3"/>
          </p:nvPr>
        </p:nvSpPr>
        <p:spPr>
          <a:xfrm flipH="1">
            <a:off x="4038600" y="6356350"/>
            <a:ext cx="4114800" cy="365125"/>
          </a:xfrm>
        </p:spPr>
        <p:txBody>
          <a:bodyPr rtlCol="1"/>
          <a:lstStyle/>
          <a:p>
            <a:pPr rtl="1"/>
            <a:r>
              <a:rPr lang="he-IL" dirty="0"/>
              <a:t>כותרת המצגת</a:t>
            </a:r>
          </a:p>
        </p:txBody>
      </p:sp>
      <p:sp>
        <p:nvSpPr>
          <p:cNvPr id="6" name="מציין מיקום של מספר שקופית 5">
            <a:extLst>
              <a:ext uri="{FF2B5EF4-FFF2-40B4-BE49-F238E27FC236}">
                <a16:creationId xmlns:a16="http://schemas.microsoft.com/office/drawing/2014/main" id="{280037C3-0E79-CD4B-92A9-5B5F9E74A60B}"/>
              </a:ext>
            </a:extLst>
          </p:cNvPr>
          <p:cNvSpPr>
            <a:spLocks noGrp="1"/>
          </p:cNvSpPr>
          <p:nvPr>
            <p:ph type="sldNum" sz="quarter" idx="4"/>
          </p:nvPr>
        </p:nvSpPr>
        <p:spPr>
          <a:xfrm flipH="1">
            <a:off x="381001" y="6356350"/>
            <a:ext cx="1657723" cy="365125"/>
          </a:xfrm>
        </p:spPr>
        <p:txBody>
          <a:bodyPr rtlCol="1"/>
          <a:lstStyle/>
          <a:p>
            <a:pPr algn="l" rtl="1"/>
            <a:fld id="{294A09A9-5501-47C1-A89A-A340965A2BE2}" type="slidenum">
              <a:rPr lang="he-IL" smtClean="0"/>
              <a:pPr algn="l" rtl="1"/>
              <a:t>11</a:t>
            </a:fld>
            <a:endParaRPr lang="he-IL" dirty="0"/>
          </a:p>
        </p:txBody>
      </p:sp>
    </p:spTree>
    <p:extLst>
      <p:ext uri="{BB962C8B-B14F-4D97-AF65-F5344CB8AC3E}">
        <p14:creationId xmlns:p14="http://schemas.microsoft.com/office/powerpoint/2010/main" val="932498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9256B7E-1633-44AB-8584-82DF5B726834}"/>
              </a:ext>
            </a:extLst>
          </p:cNvPr>
          <p:cNvSpPr>
            <a:spLocks noGrp="1"/>
          </p:cNvSpPr>
          <p:nvPr>
            <p:ph type="title"/>
          </p:nvPr>
        </p:nvSpPr>
        <p:spPr>
          <a:xfrm flipH="1">
            <a:off x="1245325" y="381000"/>
            <a:ext cx="9779183" cy="1325563"/>
          </a:xfrm>
        </p:spPr>
        <p:txBody>
          <a:bodyPr rtlCol="1"/>
          <a:lstStyle/>
          <a:p>
            <a:pPr algn="r" rtl="1"/>
            <a:r>
              <a:rPr lang="he-IL"/>
              <a:t>תחומי התמקדות</a:t>
            </a:r>
          </a:p>
        </p:txBody>
      </p:sp>
      <p:sp>
        <p:nvSpPr>
          <p:cNvPr id="3" name="מציין מיקום טקסט 2">
            <a:extLst>
              <a:ext uri="{FF2B5EF4-FFF2-40B4-BE49-F238E27FC236}">
                <a16:creationId xmlns:a16="http://schemas.microsoft.com/office/drawing/2014/main" id="{EFB90AB4-D228-4548-B072-726498212362}"/>
              </a:ext>
            </a:extLst>
          </p:cNvPr>
          <p:cNvSpPr>
            <a:spLocks noGrp="1"/>
          </p:cNvSpPr>
          <p:nvPr>
            <p:ph idx="11"/>
          </p:nvPr>
        </p:nvSpPr>
        <p:spPr>
          <a:xfrm flipH="1">
            <a:off x="6361067" y="2005689"/>
            <a:ext cx="4663440" cy="522514"/>
          </a:xfrm>
        </p:spPr>
        <p:txBody>
          <a:bodyPr rtlCol="1"/>
          <a:lstStyle/>
          <a:p>
            <a:pPr algn="r" rtl="1"/>
            <a:r>
              <a:rPr lang="he-IL"/>
              <a:t>תרחישי שוק B2B</a:t>
            </a:r>
          </a:p>
        </p:txBody>
      </p:sp>
      <p:sp>
        <p:nvSpPr>
          <p:cNvPr id="4" name="מציין מיקום תוכן 3">
            <a:extLst>
              <a:ext uri="{FF2B5EF4-FFF2-40B4-BE49-F238E27FC236}">
                <a16:creationId xmlns:a16="http://schemas.microsoft.com/office/drawing/2014/main" id="{950677C9-3E42-427F-93B8-526692906471}"/>
              </a:ext>
            </a:extLst>
          </p:cNvPr>
          <p:cNvSpPr>
            <a:spLocks noGrp="1"/>
          </p:cNvSpPr>
          <p:nvPr>
            <p:ph idx="1"/>
          </p:nvPr>
        </p:nvSpPr>
        <p:spPr>
          <a:xfrm flipH="1">
            <a:off x="6361067" y="2528203"/>
            <a:ext cx="4663440" cy="2828613"/>
          </a:xfrm>
        </p:spPr>
        <p:txBody>
          <a:bodyPr vert="horz" lIns="91440" tIns="45720" rIns="91440" bIns="45720" rtlCol="1" anchor="t">
            <a:normAutofit/>
          </a:bodyPr>
          <a:lstStyle/>
          <a:p>
            <a:pPr algn="r" rtl="1"/>
            <a:r>
              <a:rPr lang="he-IL"/>
              <a:t>פתח אסטרטגיות מנצחות כדי להמשיך להוביל בתחרות</a:t>
            </a:r>
          </a:p>
          <a:p>
            <a:pPr algn="r" rtl="1"/>
            <a:r>
              <a:rPr lang="he-IL"/>
              <a:t>הפק תועלת מתנובה שלא דורשת מאמץ כדי לזהות ערך משוער</a:t>
            </a:r>
          </a:p>
          <a:p>
            <a:pPr algn="r" rtl="1"/>
            <a:r>
              <a:rPr lang="he-IL"/>
              <a:t>הצג באופן חזותי התכנסות מכוונת של לקוח</a:t>
            </a:r>
          </a:p>
        </p:txBody>
      </p:sp>
      <p:sp>
        <p:nvSpPr>
          <p:cNvPr id="6" name="מציין מיקום טקסט 5">
            <a:extLst>
              <a:ext uri="{FF2B5EF4-FFF2-40B4-BE49-F238E27FC236}">
                <a16:creationId xmlns:a16="http://schemas.microsoft.com/office/drawing/2014/main" id="{F5018B6D-E395-49AD-92AD-AD69E3AB40C3}"/>
              </a:ext>
            </a:extLst>
          </p:cNvPr>
          <p:cNvSpPr>
            <a:spLocks noGrp="1"/>
          </p:cNvSpPr>
          <p:nvPr>
            <p:ph idx="12"/>
          </p:nvPr>
        </p:nvSpPr>
        <p:spPr>
          <a:xfrm flipH="1">
            <a:off x="1245325" y="2005689"/>
            <a:ext cx="4663440" cy="522514"/>
          </a:xfrm>
        </p:spPr>
        <p:txBody>
          <a:bodyPr rtlCol="1"/>
          <a:lstStyle/>
          <a:p>
            <a:pPr algn="r" rtl="1"/>
            <a:r>
              <a:rPr lang="he-IL"/>
              <a:t>הזדמנויות מבוססות ענן</a:t>
            </a:r>
          </a:p>
        </p:txBody>
      </p:sp>
      <p:sp>
        <p:nvSpPr>
          <p:cNvPr id="5" name="מציין מיקום תוכן 4">
            <a:extLst>
              <a:ext uri="{FF2B5EF4-FFF2-40B4-BE49-F238E27FC236}">
                <a16:creationId xmlns:a16="http://schemas.microsoft.com/office/drawing/2014/main" id="{BDB9D020-1E25-453D-83DF-1420ACD3968D}"/>
              </a:ext>
            </a:extLst>
          </p:cNvPr>
          <p:cNvSpPr>
            <a:spLocks noGrp="1"/>
          </p:cNvSpPr>
          <p:nvPr>
            <p:ph idx="10"/>
          </p:nvPr>
        </p:nvSpPr>
        <p:spPr>
          <a:xfrm flipH="1">
            <a:off x="1245325" y="2528203"/>
            <a:ext cx="4663440" cy="2828613"/>
          </a:xfrm>
        </p:spPr>
        <p:txBody>
          <a:bodyPr vert="horz" lIns="91440" tIns="45720" rIns="91440" bIns="45720" rtlCol="1" anchor="t">
            <a:normAutofit/>
          </a:bodyPr>
          <a:lstStyle/>
          <a:p>
            <a:pPr algn="r" rtl="1"/>
            <a:r>
              <a:rPr lang="he-IL"/>
              <a:t>גישות שנויות לאסטרטגיה ארגונית</a:t>
            </a:r>
          </a:p>
          <a:p>
            <a:pPr algn="r" rtl="1"/>
            <a:r>
              <a:rPr lang="he-IL"/>
              <a:t>ביסוס מסגרת ניהול מבפנים</a:t>
            </a:r>
          </a:p>
        </p:txBody>
      </p:sp>
      <p:sp>
        <p:nvSpPr>
          <p:cNvPr id="7" name="מציין מיקום של תאריך 6">
            <a:extLst>
              <a:ext uri="{FF2B5EF4-FFF2-40B4-BE49-F238E27FC236}">
                <a16:creationId xmlns:a16="http://schemas.microsoft.com/office/drawing/2014/main" id="{1EB64BEF-8367-144A-9F53-7A1282A32569}"/>
              </a:ext>
            </a:extLst>
          </p:cNvPr>
          <p:cNvSpPr>
            <a:spLocks noGrp="1"/>
          </p:cNvSpPr>
          <p:nvPr>
            <p:ph type="dt" sz="half" idx="2"/>
          </p:nvPr>
        </p:nvSpPr>
        <p:spPr>
          <a:xfrm flipH="1">
            <a:off x="9067800" y="6356350"/>
            <a:ext cx="2743200" cy="365125"/>
          </a:xfrm>
        </p:spPr>
        <p:txBody>
          <a:bodyPr rtlCol="1"/>
          <a:lstStyle/>
          <a:p>
            <a:pPr algn="r" rtl="1"/>
            <a:fld id="{5302CC5A-2351-4600-B95E-52354418A5C2}" type="datetime1">
              <a:rPr lang="he-IL" smtClean="0"/>
              <a:t>כ"ו/שבט/תשפ"ד</a:t>
            </a:fld>
            <a:endParaRPr lang="he-IL"/>
          </a:p>
        </p:txBody>
      </p:sp>
      <p:sp>
        <p:nvSpPr>
          <p:cNvPr id="8" name="מציין מיקום של כותרת תחתונה 7">
            <a:extLst>
              <a:ext uri="{FF2B5EF4-FFF2-40B4-BE49-F238E27FC236}">
                <a16:creationId xmlns:a16="http://schemas.microsoft.com/office/drawing/2014/main" id="{0DD1986A-9AF9-5C45-BE85-20D5AA267AE1}"/>
              </a:ext>
            </a:extLst>
          </p:cNvPr>
          <p:cNvSpPr>
            <a:spLocks noGrp="1"/>
          </p:cNvSpPr>
          <p:nvPr>
            <p:ph type="ftr" sz="quarter" idx="3"/>
          </p:nvPr>
        </p:nvSpPr>
        <p:spPr>
          <a:xfrm flipH="1">
            <a:off x="4038600" y="6356350"/>
            <a:ext cx="4114800" cy="365125"/>
          </a:xfrm>
        </p:spPr>
        <p:txBody>
          <a:bodyPr rtlCol="1"/>
          <a:lstStyle/>
          <a:p>
            <a:pPr rtl="1"/>
            <a:r>
              <a:rPr lang="he-IL"/>
              <a:t>כותרת המצגת</a:t>
            </a:r>
          </a:p>
        </p:txBody>
      </p:sp>
      <p:sp>
        <p:nvSpPr>
          <p:cNvPr id="9" name="מציין מיקום של מספר שקופית 8">
            <a:extLst>
              <a:ext uri="{FF2B5EF4-FFF2-40B4-BE49-F238E27FC236}">
                <a16:creationId xmlns:a16="http://schemas.microsoft.com/office/drawing/2014/main" id="{6FD448B0-743E-0045-8131-69B4EEC58365}"/>
              </a:ext>
            </a:extLst>
          </p:cNvPr>
          <p:cNvSpPr>
            <a:spLocks noGrp="1"/>
          </p:cNvSpPr>
          <p:nvPr>
            <p:ph type="sldNum" sz="quarter" idx="4"/>
          </p:nvPr>
        </p:nvSpPr>
        <p:spPr>
          <a:xfrm flipH="1">
            <a:off x="381001" y="6356350"/>
            <a:ext cx="1657723" cy="365125"/>
          </a:xfrm>
        </p:spPr>
        <p:txBody>
          <a:bodyPr rtlCol="1"/>
          <a:lstStyle/>
          <a:p>
            <a:pPr algn="l" rtl="1"/>
            <a:fld id="{294A09A9-5501-47C1-A89A-A340965A2BE2}" type="slidenum">
              <a:rPr lang="he-IL" smtClean="0"/>
              <a:pPr algn="l" rtl="1"/>
              <a:t>12</a:t>
            </a:fld>
            <a:endParaRPr lang="he-IL"/>
          </a:p>
        </p:txBody>
      </p:sp>
    </p:spTree>
    <p:extLst>
      <p:ext uri="{BB962C8B-B14F-4D97-AF65-F5344CB8AC3E}">
        <p14:creationId xmlns:p14="http://schemas.microsoft.com/office/powerpoint/2010/main" val="2563119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5F191A4-7839-4F63-B17C-7C366C59488C}"/>
              </a:ext>
            </a:extLst>
          </p:cNvPr>
          <p:cNvSpPr>
            <a:spLocks noGrp="1"/>
          </p:cNvSpPr>
          <p:nvPr>
            <p:ph type="title"/>
          </p:nvPr>
        </p:nvSpPr>
        <p:spPr>
          <a:xfrm flipH="1">
            <a:off x="1245325" y="381000"/>
            <a:ext cx="9779183" cy="1325563"/>
          </a:xfrm>
        </p:spPr>
        <p:txBody>
          <a:bodyPr rtlCol="1"/>
          <a:lstStyle/>
          <a:p>
            <a:pPr algn="r" rtl="1"/>
            <a:r>
              <a:rPr lang="he-IL" dirty="0"/>
              <a:t>כיצד נוכל להגיע לשלמות</a:t>
            </a:r>
          </a:p>
        </p:txBody>
      </p:sp>
      <p:sp>
        <p:nvSpPr>
          <p:cNvPr id="9" name="מציין מיקום תוכן 8">
            <a:extLst>
              <a:ext uri="{FF2B5EF4-FFF2-40B4-BE49-F238E27FC236}">
                <a16:creationId xmlns:a16="http://schemas.microsoft.com/office/drawing/2014/main" id="{472FA7B1-CD7F-3646-B44C-91A107A0CBEE}"/>
              </a:ext>
            </a:extLst>
          </p:cNvPr>
          <p:cNvSpPr>
            <a:spLocks noGrp="1"/>
          </p:cNvSpPr>
          <p:nvPr>
            <p:ph idx="11"/>
          </p:nvPr>
        </p:nvSpPr>
        <p:spPr>
          <a:xfrm flipH="1">
            <a:off x="7851229" y="2031796"/>
            <a:ext cx="3173278" cy="522514"/>
          </a:xfrm>
        </p:spPr>
        <p:txBody>
          <a:bodyPr rtlCol="1"/>
          <a:lstStyle/>
          <a:p>
            <a:pPr algn="r" rtl="1"/>
            <a:r>
              <a:rPr lang="he-IL" dirty="0"/>
              <a:t>פיתוח אהבה</a:t>
            </a:r>
          </a:p>
        </p:txBody>
      </p:sp>
      <p:sp>
        <p:nvSpPr>
          <p:cNvPr id="4" name="מציין מיקום תוכן 3">
            <a:extLst>
              <a:ext uri="{FF2B5EF4-FFF2-40B4-BE49-F238E27FC236}">
                <a16:creationId xmlns:a16="http://schemas.microsoft.com/office/drawing/2014/main" id="{9B9ED227-95A7-4B08-91FE-5E0EF0D41D20}"/>
              </a:ext>
            </a:extLst>
          </p:cNvPr>
          <p:cNvSpPr>
            <a:spLocks noGrp="1"/>
          </p:cNvSpPr>
          <p:nvPr>
            <p:ph idx="1"/>
          </p:nvPr>
        </p:nvSpPr>
        <p:spPr>
          <a:xfrm flipH="1">
            <a:off x="7805821" y="2526318"/>
            <a:ext cx="3218688" cy="2828613"/>
          </a:xfrm>
        </p:spPr>
        <p:txBody>
          <a:bodyPr vert="horz" lIns="91440" tIns="45720" rIns="91440" bIns="45720" rtlCol="1" anchor="t">
            <a:noAutofit/>
          </a:bodyPr>
          <a:lstStyle/>
          <a:p>
            <a:pPr algn="r" rtl="1"/>
            <a:r>
              <a:rPr lang="he-IL" dirty="0"/>
              <a:t>להתבונן שפיתוח רגש אהבה בבית, הוא מפתח לפתח את רגש אהבה כלפי הבורא. </a:t>
            </a:r>
          </a:p>
          <a:p>
            <a:pPr algn="r" rtl="1"/>
            <a:r>
              <a:rPr lang="he-IL" dirty="0"/>
              <a:t>זה ממש באותה צורה. </a:t>
            </a:r>
          </a:p>
          <a:p>
            <a:pPr algn="r" rtl="1"/>
            <a:endParaRPr lang="he-IL" dirty="0"/>
          </a:p>
          <a:p>
            <a:pPr algn="r" rtl="1"/>
            <a:endParaRPr lang="he-IL" dirty="0"/>
          </a:p>
        </p:txBody>
      </p:sp>
      <p:sp>
        <p:nvSpPr>
          <p:cNvPr id="10" name="מציין מיקום תוכן 9">
            <a:extLst>
              <a:ext uri="{FF2B5EF4-FFF2-40B4-BE49-F238E27FC236}">
                <a16:creationId xmlns:a16="http://schemas.microsoft.com/office/drawing/2014/main" id="{585697B7-EBBB-0E4B-AA02-0D3F94821C6E}"/>
              </a:ext>
            </a:extLst>
          </p:cNvPr>
          <p:cNvSpPr>
            <a:spLocks noGrp="1"/>
          </p:cNvSpPr>
          <p:nvPr>
            <p:ph idx="12"/>
          </p:nvPr>
        </p:nvSpPr>
        <p:spPr>
          <a:xfrm flipH="1">
            <a:off x="4334934" y="2003804"/>
            <a:ext cx="3173278" cy="522514"/>
          </a:xfrm>
        </p:spPr>
        <p:txBody>
          <a:bodyPr rtlCol="1"/>
          <a:lstStyle/>
          <a:p>
            <a:pPr algn="r" rtl="1"/>
            <a:r>
              <a:rPr lang="he-IL" dirty="0"/>
              <a:t>הדרכים לאהבה</a:t>
            </a:r>
          </a:p>
        </p:txBody>
      </p:sp>
      <p:sp>
        <p:nvSpPr>
          <p:cNvPr id="5" name="מציין מיקום תוכן 4">
            <a:extLst>
              <a:ext uri="{FF2B5EF4-FFF2-40B4-BE49-F238E27FC236}">
                <a16:creationId xmlns:a16="http://schemas.microsoft.com/office/drawing/2014/main" id="{9C2ECAAA-1E9C-4845-8EA9-E11A76F08150}"/>
              </a:ext>
            </a:extLst>
          </p:cNvPr>
          <p:cNvSpPr>
            <a:spLocks noGrp="1"/>
          </p:cNvSpPr>
          <p:nvPr>
            <p:ph idx="10"/>
          </p:nvPr>
        </p:nvSpPr>
        <p:spPr>
          <a:xfrm flipH="1">
            <a:off x="4334934" y="2526318"/>
            <a:ext cx="3173279" cy="2828613"/>
          </a:xfrm>
        </p:spPr>
        <p:txBody>
          <a:bodyPr vert="horz" lIns="91440" tIns="45720" rIns="91440" bIns="45720" rtlCol="1" anchor="t">
            <a:normAutofit/>
          </a:bodyPr>
          <a:lstStyle/>
          <a:p>
            <a:pPr algn="r" rtl="1"/>
            <a:r>
              <a:rPr lang="he-IL" dirty="0"/>
              <a:t>הכרת הטוב</a:t>
            </a:r>
          </a:p>
          <a:p>
            <a:pPr algn="r" rtl="1"/>
            <a:r>
              <a:rPr lang="he-IL" dirty="0"/>
              <a:t>מחמאות</a:t>
            </a:r>
          </a:p>
          <a:p>
            <a:pPr algn="r" rtl="1"/>
            <a:r>
              <a:rPr lang="he-IL" dirty="0"/>
              <a:t>דיבור – חיבור</a:t>
            </a:r>
          </a:p>
          <a:p>
            <a:pPr algn="r" rtl="1"/>
            <a:r>
              <a:rPr lang="he-IL" dirty="0"/>
              <a:t>חיבור רגשי</a:t>
            </a:r>
          </a:p>
          <a:p>
            <a:pPr algn="r" rtl="1"/>
            <a:endParaRPr lang="he-IL" dirty="0"/>
          </a:p>
          <a:p>
            <a:pPr algn="r" rtl="1"/>
            <a:endParaRPr lang="he-IL" dirty="0"/>
          </a:p>
        </p:txBody>
      </p:sp>
      <p:sp>
        <p:nvSpPr>
          <p:cNvPr id="13" name="מציין מיקום תוכן 12">
            <a:extLst>
              <a:ext uri="{FF2B5EF4-FFF2-40B4-BE49-F238E27FC236}">
                <a16:creationId xmlns:a16="http://schemas.microsoft.com/office/drawing/2014/main" id="{EB1FFBC5-1733-5E4A-BF11-2C157D9917CC}"/>
              </a:ext>
            </a:extLst>
          </p:cNvPr>
          <p:cNvSpPr>
            <a:spLocks noGrp="1"/>
          </p:cNvSpPr>
          <p:nvPr>
            <p:ph idx="14"/>
          </p:nvPr>
        </p:nvSpPr>
        <p:spPr>
          <a:xfrm flipH="1">
            <a:off x="818639" y="1800808"/>
            <a:ext cx="3173278" cy="725510"/>
          </a:xfrm>
        </p:spPr>
        <p:txBody>
          <a:bodyPr rtlCol="1"/>
          <a:lstStyle/>
          <a:p>
            <a:pPr algn="r" rtl="1"/>
            <a:r>
              <a:rPr lang="he-IL" dirty="0"/>
              <a:t>עונג מביא חיבור ודבקות.</a:t>
            </a:r>
          </a:p>
        </p:txBody>
      </p:sp>
      <p:sp>
        <p:nvSpPr>
          <p:cNvPr id="11" name="מציין מיקום תוכן 10">
            <a:extLst>
              <a:ext uri="{FF2B5EF4-FFF2-40B4-BE49-F238E27FC236}">
                <a16:creationId xmlns:a16="http://schemas.microsoft.com/office/drawing/2014/main" id="{48A12450-9474-8A49-BAEB-20C6F51540D5}"/>
              </a:ext>
            </a:extLst>
          </p:cNvPr>
          <p:cNvSpPr>
            <a:spLocks noGrp="1"/>
          </p:cNvSpPr>
          <p:nvPr>
            <p:ph idx="13"/>
          </p:nvPr>
        </p:nvSpPr>
        <p:spPr>
          <a:xfrm flipH="1">
            <a:off x="818639" y="2526318"/>
            <a:ext cx="3173279" cy="2828613"/>
          </a:xfrm>
        </p:spPr>
        <p:txBody>
          <a:bodyPr rtlCol="1"/>
          <a:lstStyle/>
          <a:p>
            <a:r>
              <a:rPr lang="he-IL" dirty="0"/>
              <a:t>להתרכז בעונג.</a:t>
            </a:r>
          </a:p>
          <a:p>
            <a:r>
              <a:rPr lang="he-IL" dirty="0"/>
              <a:t>קולות מילים ותנועות.</a:t>
            </a:r>
          </a:p>
          <a:p>
            <a:r>
              <a:rPr lang="he-IL" dirty="0"/>
              <a:t>להתמקד.</a:t>
            </a:r>
          </a:p>
          <a:p>
            <a:pPr algn="r" rtl="1"/>
            <a:endParaRPr lang="he-IL" dirty="0"/>
          </a:p>
        </p:txBody>
      </p:sp>
      <p:sp>
        <p:nvSpPr>
          <p:cNvPr id="3" name="מציין מיקום של תאריך 2">
            <a:extLst>
              <a:ext uri="{FF2B5EF4-FFF2-40B4-BE49-F238E27FC236}">
                <a16:creationId xmlns:a16="http://schemas.microsoft.com/office/drawing/2014/main" id="{75202033-17DD-3E4F-BB90-ADC6A1F0C66F}"/>
              </a:ext>
            </a:extLst>
          </p:cNvPr>
          <p:cNvSpPr>
            <a:spLocks noGrp="1"/>
          </p:cNvSpPr>
          <p:nvPr>
            <p:ph type="dt" sz="half" idx="2"/>
          </p:nvPr>
        </p:nvSpPr>
        <p:spPr>
          <a:xfrm flipH="1">
            <a:off x="10043886" y="6356350"/>
            <a:ext cx="1767114" cy="365125"/>
          </a:xfrm>
        </p:spPr>
        <p:txBody>
          <a:bodyPr rtlCol="1"/>
          <a:lstStyle/>
          <a:p>
            <a:pPr algn="r" rtl="1"/>
            <a:fld id="{54D11B1F-F974-443E-84A2-C1995B8CCD29}" type="datetime1">
              <a:rPr lang="he-IL" smtClean="0"/>
              <a:t>כ"ו/שבט/תשפ"ד</a:t>
            </a:fld>
            <a:endParaRPr lang="he-IL"/>
          </a:p>
        </p:txBody>
      </p:sp>
      <p:sp>
        <p:nvSpPr>
          <p:cNvPr id="7" name="מציין מיקום של כותרת תחתונה 6">
            <a:extLst>
              <a:ext uri="{FF2B5EF4-FFF2-40B4-BE49-F238E27FC236}">
                <a16:creationId xmlns:a16="http://schemas.microsoft.com/office/drawing/2014/main" id="{B42ACFC2-B54A-8244-B5D9-4B1EC2EED59D}"/>
              </a:ext>
            </a:extLst>
          </p:cNvPr>
          <p:cNvSpPr>
            <a:spLocks noGrp="1"/>
          </p:cNvSpPr>
          <p:nvPr>
            <p:ph type="ftr" sz="quarter" idx="3"/>
          </p:nvPr>
        </p:nvSpPr>
        <p:spPr>
          <a:xfrm flipH="1">
            <a:off x="4038600" y="6356350"/>
            <a:ext cx="4114800" cy="365125"/>
          </a:xfrm>
        </p:spPr>
        <p:txBody>
          <a:bodyPr rtlCol="1"/>
          <a:lstStyle/>
          <a:p>
            <a:pPr rtl="1"/>
            <a:r>
              <a:rPr lang="he-IL" dirty="0"/>
              <a:t>בית הספר לפיתוח רגשות אהבה</a:t>
            </a:r>
          </a:p>
        </p:txBody>
      </p:sp>
      <p:sp>
        <p:nvSpPr>
          <p:cNvPr id="8" name="מציין מיקום של מספר שקופית 7">
            <a:extLst>
              <a:ext uri="{FF2B5EF4-FFF2-40B4-BE49-F238E27FC236}">
                <a16:creationId xmlns:a16="http://schemas.microsoft.com/office/drawing/2014/main" id="{B609FC03-B5BE-D846-993A-8E351C9509F3}"/>
              </a:ext>
            </a:extLst>
          </p:cNvPr>
          <p:cNvSpPr>
            <a:spLocks noGrp="1"/>
          </p:cNvSpPr>
          <p:nvPr>
            <p:ph type="sldNum" sz="quarter" idx="4"/>
          </p:nvPr>
        </p:nvSpPr>
        <p:spPr>
          <a:xfrm flipH="1">
            <a:off x="381001" y="6356350"/>
            <a:ext cx="1657723" cy="365125"/>
          </a:xfrm>
        </p:spPr>
        <p:txBody>
          <a:bodyPr rtlCol="1"/>
          <a:lstStyle/>
          <a:p>
            <a:pPr algn="l" rtl="1"/>
            <a:fld id="{294A09A9-5501-47C1-A89A-A340965A2BE2}" type="slidenum">
              <a:rPr lang="he-IL" smtClean="0"/>
              <a:pPr algn="l" rtl="1"/>
              <a:t>13</a:t>
            </a:fld>
            <a:endParaRPr lang="he-IL"/>
          </a:p>
        </p:txBody>
      </p:sp>
    </p:spTree>
    <p:extLst>
      <p:ext uri="{BB962C8B-B14F-4D97-AF65-F5344CB8AC3E}">
        <p14:creationId xmlns:p14="http://schemas.microsoft.com/office/powerpoint/2010/main" val="2721508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2D1A202-23A3-4F3A-AA92-0172C8D2DA06}"/>
              </a:ext>
            </a:extLst>
          </p:cNvPr>
          <p:cNvSpPr>
            <a:spLocks noGrp="1"/>
          </p:cNvSpPr>
          <p:nvPr>
            <p:ph type="title"/>
          </p:nvPr>
        </p:nvSpPr>
        <p:spPr>
          <a:xfrm flipH="1">
            <a:off x="1245325" y="381000"/>
            <a:ext cx="9779183" cy="1325563"/>
          </a:xfrm>
        </p:spPr>
        <p:txBody>
          <a:bodyPr rtlCol="1"/>
          <a:lstStyle/>
          <a:p>
            <a:pPr algn="r" rtl="1"/>
            <a:r>
              <a:rPr lang="he-IL"/>
              <a:t>סיכום </a:t>
            </a:r>
          </a:p>
        </p:txBody>
      </p:sp>
      <p:sp>
        <p:nvSpPr>
          <p:cNvPr id="3" name="מציין מיקום תוכן 2">
            <a:extLst>
              <a:ext uri="{FF2B5EF4-FFF2-40B4-BE49-F238E27FC236}">
                <a16:creationId xmlns:a16="http://schemas.microsoft.com/office/drawing/2014/main" id="{7B943E7C-A74D-4CB3-844B-51917C88C95F}"/>
              </a:ext>
            </a:extLst>
          </p:cNvPr>
          <p:cNvSpPr>
            <a:spLocks noGrp="1"/>
          </p:cNvSpPr>
          <p:nvPr>
            <p:ph type="body" idx="1"/>
          </p:nvPr>
        </p:nvSpPr>
        <p:spPr>
          <a:xfrm flipH="1">
            <a:off x="1245325" y="2653167"/>
            <a:ext cx="9779183" cy="3436483"/>
          </a:xfrm>
        </p:spPr>
        <p:txBody>
          <a:bodyPr vert="horz" lIns="91440" tIns="45720" rIns="91440" bIns="45720" rtlCol="1" anchor="t">
            <a:normAutofit/>
          </a:bodyPr>
          <a:lstStyle/>
          <a:p>
            <a:pPr algn="r" rtl="1"/>
            <a:r>
              <a:rPr lang="he-IL"/>
              <a:t>אנחנו ב- Contoso אנו מאמינים ב- 110% נתינה. על-ידי שימוש בארכיטקטורת הנתונים של הדור הבא, אנחנו עוזרים לארגונים לנהל זרימות עבודה זריזות וגמישות. אנחנו משגשגים בזכות הידע שלנו בשוק והצוות הנהדר מאחורי המוצר שלנו. כפי שאומר המנכ"ל שלנו, "יעילות תחולל שינוי יזום של האופן שבו אנחנו עושים עסקים."</a:t>
            </a:r>
          </a:p>
          <a:p>
            <a:pPr algn="r" rtl="1"/>
            <a:endParaRPr lang="he-IL"/>
          </a:p>
        </p:txBody>
      </p:sp>
      <p:sp>
        <p:nvSpPr>
          <p:cNvPr id="4" name="מציין מיקום של תאריך 3">
            <a:extLst>
              <a:ext uri="{FF2B5EF4-FFF2-40B4-BE49-F238E27FC236}">
                <a16:creationId xmlns:a16="http://schemas.microsoft.com/office/drawing/2014/main" id="{3A738329-E174-7440-8FD5-179A15324C63}"/>
              </a:ext>
            </a:extLst>
          </p:cNvPr>
          <p:cNvSpPr>
            <a:spLocks noGrp="1"/>
          </p:cNvSpPr>
          <p:nvPr>
            <p:ph type="dt" sz="half" idx="10"/>
          </p:nvPr>
        </p:nvSpPr>
        <p:spPr>
          <a:xfrm flipH="1">
            <a:off x="9067800" y="6356350"/>
            <a:ext cx="2743200" cy="365125"/>
          </a:xfrm>
        </p:spPr>
        <p:txBody>
          <a:bodyPr rtlCol="1"/>
          <a:lstStyle/>
          <a:p>
            <a:pPr algn="r" rtl="1"/>
            <a:fld id="{C99B329A-9ACB-486E-A371-735393881EFF}" type="datetime1">
              <a:rPr lang="he-IL" smtClean="0"/>
              <a:t>כ"ו/שבט/תשפ"ד</a:t>
            </a:fld>
            <a:endParaRPr lang="he-IL" dirty="0"/>
          </a:p>
        </p:txBody>
      </p:sp>
      <p:sp>
        <p:nvSpPr>
          <p:cNvPr id="5" name="מציין מיקום של כותרת תחתונה 4">
            <a:extLst>
              <a:ext uri="{FF2B5EF4-FFF2-40B4-BE49-F238E27FC236}">
                <a16:creationId xmlns:a16="http://schemas.microsoft.com/office/drawing/2014/main" id="{03FD8152-D9C3-204A-9444-45CD4F180EB4}"/>
              </a:ext>
            </a:extLst>
          </p:cNvPr>
          <p:cNvSpPr>
            <a:spLocks noGrp="1"/>
          </p:cNvSpPr>
          <p:nvPr>
            <p:ph type="ftr" sz="quarter" idx="11"/>
          </p:nvPr>
        </p:nvSpPr>
        <p:spPr>
          <a:xfrm flipH="1">
            <a:off x="4038600" y="6356350"/>
            <a:ext cx="4114800" cy="365125"/>
          </a:xfrm>
        </p:spPr>
        <p:txBody>
          <a:bodyPr rtlCol="1"/>
          <a:lstStyle/>
          <a:p>
            <a:pPr algn="ctr" rtl="1"/>
            <a:r>
              <a:rPr lang="he-IL" dirty="0"/>
              <a:t>כותרת המצגת</a:t>
            </a:r>
          </a:p>
        </p:txBody>
      </p:sp>
      <p:sp>
        <p:nvSpPr>
          <p:cNvPr id="6" name="מציין מיקום של מספר שקופית 5">
            <a:extLst>
              <a:ext uri="{FF2B5EF4-FFF2-40B4-BE49-F238E27FC236}">
                <a16:creationId xmlns:a16="http://schemas.microsoft.com/office/drawing/2014/main" id="{B25B7362-01DC-0E4C-9B34-0DF3FD449CAD}"/>
              </a:ext>
            </a:extLst>
          </p:cNvPr>
          <p:cNvSpPr>
            <a:spLocks noGrp="1"/>
          </p:cNvSpPr>
          <p:nvPr>
            <p:ph type="sldNum" sz="quarter" idx="12"/>
          </p:nvPr>
        </p:nvSpPr>
        <p:spPr>
          <a:xfrm flipH="1">
            <a:off x="381000" y="6356350"/>
            <a:ext cx="1604682" cy="365125"/>
          </a:xfrm>
        </p:spPr>
        <p:txBody>
          <a:bodyPr rtlCol="1"/>
          <a:lstStyle/>
          <a:p>
            <a:pPr algn="l" rtl="1"/>
            <a:fld id="{294A09A9-5501-47C1-A89A-A340965A2BE2}" type="slidenum">
              <a:rPr lang="he-IL" smtClean="0"/>
              <a:pPr algn="l" rtl="1"/>
              <a:t>14</a:t>
            </a:fld>
            <a:endParaRPr lang="he-IL"/>
          </a:p>
        </p:txBody>
      </p:sp>
    </p:spTree>
    <p:extLst>
      <p:ext uri="{BB962C8B-B14F-4D97-AF65-F5344CB8AC3E}">
        <p14:creationId xmlns:p14="http://schemas.microsoft.com/office/powerpoint/2010/main" val="445070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9FAE308-3076-43DB-B834-DA0B0AE19AF9}"/>
              </a:ext>
            </a:extLst>
          </p:cNvPr>
          <p:cNvSpPr>
            <a:spLocks noGrp="1"/>
          </p:cNvSpPr>
          <p:nvPr>
            <p:ph type="ctrTitle"/>
          </p:nvPr>
        </p:nvSpPr>
        <p:spPr>
          <a:xfrm flipH="1">
            <a:off x="4804228" y="1122363"/>
            <a:ext cx="6220278" cy="2387600"/>
          </a:xfrm>
        </p:spPr>
        <p:txBody>
          <a:bodyPr rtlCol="1"/>
          <a:lstStyle/>
          <a:p>
            <a:pPr algn="r" rtl="1"/>
            <a:r>
              <a:rPr lang="he-IL"/>
              <a:t>תודה</a:t>
            </a:r>
          </a:p>
        </p:txBody>
      </p:sp>
      <p:sp>
        <p:nvSpPr>
          <p:cNvPr id="3" name="מציין מיקום תוכן 2">
            <a:extLst>
              <a:ext uri="{FF2B5EF4-FFF2-40B4-BE49-F238E27FC236}">
                <a16:creationId xmlns:a16="http://schemas.microsoft.com/office/drawing/2014/main" id="{BABC2CE0-8806-4B2A-A10A-32984D317434}"/>
              </a:ext>
            </a:extLst>
          </p:cNvPr>
          <p:cNvSpPr>
            <a:spLocks noGrp="1"/>
          </p:cNvSpPr>
          <p:nvPr>
            <p:ph type="subTitle" idx="1"/>
          </p:nvPr>
        </p:nvSpPr>
        <p:spPr>
          <a:xfrm flipH="1">
            <a:off x="4804230" y="3602038"/>
            <a:ext cx="6220277" cy="2247219"/>
          </a:xfrm>
        </p:spPr>
        <p:txBody>
          <a:bodyPr rtlCol="1">
            <a:normAutofit/>
          </a:bodyPr>
          <a:lstStyle/>
          <a:p>
            <a:pPr algn="r" rtl="1"/>
            <a:r>
              <a:rPr lang="he-IL"/>
              <a:t>מרים נילסון</a:t>
            </a:r>
          </a:p>
          <a:p>
            <a:pPr algn="r" rtl="1"/>
            <a:r>
              <a:rPr lang="he-IL"/>
              <a:t>mirjam@contoso.com</a:t>
            </a:r>
          </a:p>
          <a:p>
            <a:pPr algn="r" rtl="1"/>
            <a:r>
              <a:rPr lang="he-IL"/>
              <a:t>www.contoso.com</a:t>
            </a:r>
          </a:p>
        </p:txBody>
      </p:sp>
    </p:spTree>
    <p:extLst>
      <p:ext uri="{BB962C8B-B14F-4D97-AF65-F5344CB8AC3E}">
        <p14:creationId xmlns:p14="http://schemas.microsoft.com/office/powerpoint/2010/main" val="926184573"/>
      </p:ext>
    </p:extLst>
  </p:cSld>
  <p:clrMapOvr>
    <a:masterClrMapping/>
  </p:clrMapOvr>
</p:sld>
</file>

<file path=ppt/theme/theme1.xml><?xml version="1.0" encoding="utf-8"?>
<a:theme xmlns:a="http://schemas.openxmlformats.org/drawingml/2006/main" name="ערכת נושא של Office">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0257844_TF45331398_Win32new" id="{16C1CB02-2DCB-4D1B-8D54-0FABF6BB615A}" vid="{C50BB2EE-AD55-418B-A942-8443BDB6EA6B}"/>
    </a:ext>
  </a:extLst>
</a:theme>
</file>

<file path=ppt/theme/theme2.xml><?xml version="1.0" encoding="utf-8"?>
<a:theme xmlns:a="http://schemas.openxmlformats.org/drawingml/2006/main" name="ערכת נושא של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ערכת נושא של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615295-94F6-4CE2-A1B1-6B7E1DAA5A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5BAB77-79E1-4739-AA51-10C9079186D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85334180-0405-413B-834A-44FA9E05ADB7}">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מצגת אוניברסלית</Template>
  <TotalTime>889</TotalTime>
  <Words>481</Words>
  <Application>Microsoft Office PowerPoint</Application>
  <PresentationFormat>מסך רחב</PresentationFormat>
  <Paragraphs>173</Paragraphs>
  <Slides>15</Slides>
  <Notes>15</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15</vt:i4>
      </vt:variant>
    </vt:vector>
  </HeadingPairs>
  <TitlesOfParts>
    <vt:vector size="19" baseType="lpstr">
      <vt:lpstr>Arial</vt:lpstr>
      <vt:lpstr>Tahoma</vt:lpstr>
      <vt:lpstr>Tenorite</vt:lpstr>
      <vt:lpstr>ערכת נושא של Office</vt:lpstr>
      <vt:lpstr>כותרת המצגת</vt:lpstr>
      <vt:lpstr>סדר יום</vt:lpstr>
      <vt:lpstr>מבוא</vt:lpstr>
      <vt:lpstr>יעדים עיקריים</vt:lpstr>
      <vt:lpstr>ביצועים רבעוניים</vt:lpstr>
      <vt:lpstr>תחומי צמיחה</vt:lpstr>
      <vt:lpstr>הזדמנויות עסקיות הן כמו אוטובוסים. תמיד מגיע עוד אחד.</vt:lpstr>
      <vt:lpstr>היפגש עם הצוות שלנו</vt:lpstr>
      <vt:lpstr>הצוות המלא</vt:lpstr>
      <vt:lpstr>תכנן לקראת השקת מוצר </vt:lpstr>
      <vt:lpstr>ציר זמן </vt:lpstr>
      <vt:lpstr>תחומי התמקדות</vt:lpstr>
      <vt:lpstr>כיצד נוכל להגיע לשלמות</vt:lpstr>
      <vt:lpstr>סיכום </vt:lpstr>
      <vt:lpstr>תודה</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כותרת המצגת</dc:title>
  <dc:creator>יהודה טאוב</dc:creator>
  <cp:lastModifiedBy>יהודה טאוב</cp:lastModifiedBy>
  <cp:revision>2</cp:revision>
  <dcterms:created xsi:type="dcterms:W3CDTF">2024-02-05T01:03:17Z</dcterms:created>
  <dcterms:modified xsi:type="dcterms:W3CDTF">2024-02-05T15:52:51Z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