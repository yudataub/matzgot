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bookmarkIdSeed="2">
  <p:sldMasterIdLst>
    <p:sldMasterId id="2147483728" r:id="rId1"/>
    <p:sldMasterId id="2147483660" r:id="rId2"/>
    <p:sldMasterId id="2147483711" r:id="rId3"/>
    <p:sldMasterId id="2147483745" r:id="rId4"/>
  </p:sldMasterIdLst>
  <p:notesMasterIdLst>
    <p:notesMasterId r:id="rId6"/>
  </p:notesMasterIdLst>
  <p:sldIdLst>
    <p:sldId id="730" r:id="rId5"/>
  </p:sldIdLst>
  <p:sldSz cx="12192000" cy="6858000"/>
  <p:notesSz cx="7104063" cy="10234613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מקטע ברירת מחדל" id="{5FCE5477-A272-4AE2-B873-D2B62B27CBD2}">
          <p14:sldIdLst/>
        </p14:section>
        <p14:section name="שונות" id="{214AC977-4496-4174-990E-5C5CA333869F}">
          <p14:sldIdLst>
            <p14:sldId id="73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C5EAE2-088F-BE02-015C-D9BDFC147D23}" name="יהודה טאוב" initials="י.ט." userId="יהודה טאוב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52B3FA-DF86-4AD3-A863-65E576442B5B}" v="15" dt="2025-01-01T09:19:37.0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סגנון בהיר 2 - הדגשה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013" autoAdjust="0"/>
    <p:restoredTop sz="95726" autoAdjust="0"/>
  </p:normalViewPr>
  <p:slideViewPr>
    <p:cSldViewPr snapToGrid="0">
      <p:cViewPr varScale="1">
        <p:scale>
          <a:sx n="88" d="100"/>
          <a:sy n="88" d="100"/>
        </p:scale>
        <p:origin x="451" y="288"/>
      </p:cViewPr>
      <p:guideLst/>
    </p:cSldViewPr>
  </p:slideViewPr>
  <p:outlineViewPr>
    <p:cViewPr>
      <p:scale>
        <a:sx n="33" d="100"/>
        <a:sy n="33" d="100"/>
      </p:scale>
      <p:origin x="0" y="-24475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microsoft.com/office/2018/10/relationships/authors" Target="author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יהודה טאוב" userId="80c2dbd02819b45c" providerId="LiveId" clId="{6D52B3FA-DF86-4AD3-A863-65E576442B5B}"/>
    <pc:docChg chg="undo redo custSel addSld delSld modSld sldOrd addSection delSection modSection">
      <pc:chgData name="יהודה טאוב" userId="80c2dbd02819b45c" providerId="LiveId" clId="{6D52B3FA-DF86-4AD3-A863-65E576442B5B}" dt="2025-01-01T12:16:10.072" v="38" actId="18676"/>
      <pc:docMkLst>
        <pc:docMk/>
      </pc:docMkLst>
      <pc:sldChg chg="addSp delSp modSp del mod">
        <pc:chgData name="יהודה טאוב" userId="80c2dbd02819b45c" providerId="LiveId" clId="{6D52B3FA-DF86-4AD3-A863-65E576442B5B}" dt="2025-01-01T12:16:10.072" v="38" actId="18676"/>
        <pc:sldMkLst>
          <pc:docMk/>
          <pc:sldMk cId="566537142" sldId="722"/>
        </pc:sldMkLst>
        <pc:spChg chg="mod">
          <ac:chgData name="יהודה טאוב" userId="80c2dbd02819b45c" providerId="LiveId" clId="{6D52B3FA-DF86-4AD3-A863-65E576442B5B}" dt="2025-01-01T09:12:09.444" v="28"/>
          <ac:spMkLst>
            <pc:docMk/>
            <pc:sldMk cId="566537142" sldId="722"/>
            <ac:spMk id="2" creationId="{1B12526D-E11A-18C4-88A8-7E9910D4CF70}"/>
          </ac:spMkLst>
        </pc:spChg>
        <pc:spChg chg="del mod">
          <ac:chgData name="יהודה טאוב" userId="80c2dbd02819b45c" providerId="LiveId" clId="{6D52B3FA-DF86-4AD3-A863-65E576442B5B}" dt="2025-01-01T09:11:49.896" v="27"/>
          <ac:spMkLst>
            <pc:docMk/>
            <pc:sldMk cId="566537142" sldId="722"/>
            <ac:spMk id="3" creationId="{C604231B-B4D4-93C4-43F5-DBFA356CEB25}"/>
          </ac:spMkLst>
        </pc:spChg>
        <pc:picChg chg="add mod">
          <ac:chgData name="יהודה טאוב" userId="80c2dbd02819b45c" providerId="LiveId" clId="{6D52B3FA-DF86-4AD3-A863-65E576442B5B}" dt="2025-01-01T09:11:33.238" v="23"/>
          <ac:picMkLst>
            <pc:docMk/>
            <pc:sldMk cId="566537142" sldId="722"/>
            <ac:picMk id="5" creationId="{643FA371-A302-2DD5-34B0-5D74F4AFFDEA}"/>
          </ac:picMkLst>
        </pc:picChg>
        <pc:picChg chg="add">
          <ac:chgData name="יהודה טאוב" userId="80c2dbd02819b45c" providerId="LiveId" clId="{6D52B3FA-DF86-4AD3-A863-65E576442B5B}" dt="2025-01-01T09:11:33.435" v="24"/>
          <ac:picMkLst>
            <pc:docMk/>
            <pc:sldMk cId="566537142" sldId="722"/>
            <ac:picMk id="6" creationId="{6940C3C2-143A-DF6C-7685-D32DBE2391B4}"/>
          </ac:picMkLst>
        </pc:picChg>
        <pc:picChg chg="add mod">
          <ac:chgData name="יהודה טאוב" userId="80c2dbd02819b45c" providerId="LiveId" clId="{6D52B3FA-DF86-4AD3-A863-65E576442B5B}" dt="2025-01-01T09:11:38.364" v="26"/>
          <ac:picMkLst>
            <pc:docMk/>
            <pc:sldMk cId="566537142" sldId="722"/>
            <ac:picMk id="7" creationId="{6CA42A7C-F389-5A74-2E39-B43E1A19AC6E}"/>
          </ac:picMkLst>
        </pc:picChg>
        <pc:picChg chg="add mod">
          <ac:chgData name="יהודה טאוב" userId="80c2dbd02819b45c" providerId="LiveId" clId="{6D52B3FA-DF86-4AD3-A863-65E576442B5B}" dt="2025-01-01T09:11:49.896" v="27"/>
          <ac:picMkLst>
            <pc:docMk/>
            <pc:sldMk cId="566537142" sldId="722"/>
            <ac:picMk id="8" creationId="{A2F0A0F9-BA17-7269-9F91-73064C99E492}"/>
          </ac:picMkLst>
        </pc:picChg>
        <pc:picChg chg="add mod">
          <ac:chgData name="יהודה טאוב" userId="80c2dbd02819b45c" providerId="LiveId" clId="{6D52B3FA-DF86-4AD3-A863-65E576442B5B}" dt="2025-01-01T09:19:37.089" v="29"/>
          <ac:picMkLst>
            <pc:docMk/>
            <pc:sldMk cId="566537142" sldId="722"/>
            <ac:picMk id="11" creationId="{A50FAFAB-5CC9-D8AD-22A8-1E1155C50E6D}"/>
          </ac:picMkLst>
        </pc:picChg>
      </pc:sldChg>
      <pc:sldChg chg="addSp modSp del mod">
        <pc:chgData name="יהודה טאוב" userId="80c2dbd02819b45c" providerId="LiveId" clId="{6D52B3FA-DF86-4AD3-A863-65E576442B5B}" dt="2025-01-01T12:16:10.072" v="38" actId="18676"/>
        <pc:sldMkLst>
          <pc:docMk/>
          <pc:sldMk cId="2886530295" sldId="725"/>
        </pc:sldMkLst>
        <pc:spChg chg="mod">
          <ac:chgData name="יהודה טאוב" userId="80c2dbd02819b45c" providerId="LiveId" clId="{6D52B3FA-DF86-4AD3-A863-65E576442B5B}" dt="2025-01-01T09:10:45.027" v="17"/>
          <ac:spMkLst>
            <pc:docMk/>
            <pc:sldMk cId="2886530295" sldId="725"/>
            <ac:spMk id="3" creationId="{E1C2485C-6FCB-6920-5384-66D496521C65}"/>
          </ac:spMkLst>
        </pc:spChg>
        <pc:picChg chg="add mod">
          <ac:chgData name="יהודה טאוב" userId="80c2dbd02819b45c" providerId="LiveId" clId="{6D52B3FA-DF86-4AD3-A863-65E576442B5B}" dt="2025-01-01T09:19:37.089" v="29"/>
          <ac:picMkLst>
            <pc:docMk/>
            <pc:sldMk cId="2886530295" sldId="725"/>
            <ac:picMk id="9" creationId="{0AEA7818-D37C-6A40-2AA4-26159109E321}"/>
          </ac:picMkLst>
        </pc:picChg>
      </pc:sldChg>
      <pc:sldChg chg="addSp delSp modSp del mod">
        <pc:chgData name="יהודה טאוב" userId="80c2dbd02819b45c" providerId="LiveId" clId="{6D52B3FA-DF86-4AD3-A863-65E576442B5B}" dt="2025-01-01T12:16:10.072" v="38" actId="18676"/>
        <pc:sldMkLst>
          <pc:docMk/>
          <pc:sldMk cId="1747737137" sldId="726"/>
        </pc:sldMkLst>
        <pc:spChg chg="mod">
          <ac:chgData name="יהודה טאוב" userId="80c2dbd02819b45c" providerId="LiveId" clId="{6D52B3FA-DF86-4AD3-A863-65E576442B5B}" dt="2025-01-01T09:11:01.545" v="19"/>
          <ac:spMkLst>
            <pc:docMk/>
            <pc:sldMk cId="1747737137" sldId="726"/>
            <ac:spMk id="3" creationId="{239B2798-AEE1-8D91-1CBE-10649752A2E3}"/>
          </ac:spMkLst>
        </pc:spChg>
        <pc:spChg chg="add del">
          <ac:chgData name="יהודה טאוב" userId="80c2dbd02819b45c" providerId="LiveId" clId="{6D52B3FA-DF86-4AD3-A863-65E576442B5B}" dt="2025-01-01T09:07:22.232" v="7" actId="22"/>
          <ac:spMkLst>
            <pc:docMk/>
            <pc:sldMk cId="1747737137" sldId="726"/>
            <ac:spMk id="6" creationId="{743DE857-FC11-4D0A-B95E-7FCA64FE98BD}"/>
          </ac:spMkLst>
        </pc:spChg>
        <pc:picChg chg="add mod">
          <ac:chgData name="יהודה טאוב" userId="80c2dbd02819b45c" providerId="LiveId" clId="{6D52B3FA-DF86-4AD3-A863-65E576442B5B}" dt="2025-01-01T09:19:37.089" v="29"/>
          <ac:picMkLst>
            <pc:docMk/>
            <pc:sldMk cId="1747737137" sldId="726"/>
            <ac:picMk id="7" creationId="{CD828D79-ED67-EC67-C00D-7488F1C9EB22}"/>
          </ac:picMkLst>
        </pc:picChg>
      </pc:sldChg>
      <pc:sldChg chg="addSp modSp del mod">
        <pc:chgData name="יהודה טאוב" userId="80c2dbd02819b45c" providerId="LiveId" clId="{6D52B3FA-DF86-4AD3-A863-65E576442B5B}" dt="2025-01-01T12:16:10.072" v="38" actId="18676"/>
        <pc:sldMkLst>
          <pc:docMk/>
          <pc:sldMk cId="1476432725" sldId="727"/>
        </pc:sldMkLst>
        <pc:spChg chg="mod">
          <ac:chgData name="יהודה טאוב" userId="80c2dbd02819b45c" providerId="LiveId" clId="{6D52B3FA-DF86-4AD3-A863-65E576442B5B}" dt="2025-01-01T09:11:18.771" v="21"/>
          <ac:spMkLst>
            <pc:docMk/>
            <pc:sldMk cId="1476432725" sldId="727"/>
            <ac:spMk id="3" creationId="{859210E4-CFD1-E720-C4E5-ACCBF99C85B1}"/>
          </ac:spMkLst>
        </pc:spChg>
        <pc:picChg chg="add mod">
          <ac:chgData name="יהודה טאוב" userId="80c2dbd02819b45c" providerId="LiveId" clId="{6D52B3FA-DF86-4AD3-A863-65E576442B5B}" dt="2025-01-01T09:19:37.089" v="29"/>
          <ac:picMkLst>
            <pc:docMk/>
            <pc:sldMk cId="1476432725" sldId="727"/>
            <ac:picMk id="7" creationId="{5769547D-5191-EF4C-EF7C-9BB5E8D95395}"/>
          </ac:picMkLst>
        </pc:picChg>
      </pc:sldChg>
      <pc:sldChg chg="addSp modSp del mod">
        <pc:chgData name="יהודה טאוב" userId="80c2dbd02819b45c" providerId="LiveId" clId="{6D52B3FA-DF86-4AD3-A863-65E576442B5B}" dt="2025-01-01T12:16:10.072" v="38" actId="18676"/>
        <pc:sldMkLst>
          <pc:docMk/>
          <pc:sldMk cId="3927787997" sldId="728"/>
        </pc:sldMkLst>
        <pc:spChg chg="mod">
          <ac:chgData name="יהודה טאוב" userId="80c2dbd02819b45c" providerId="LiveId" clId="{6D52B3FA-DF86-4AD3-A863-65E576442B5B}" dt="2025-01-01T09:07:44.606" v="10"/>
          <ac:spMkLst>
            <pc:docMk/>
            <pc:sldMk cId="3927787997" sldId="728"/>
            <ac:spMk id="3" creationId="{5434D5E7-063B-9209-60D0-39F8FBAC901D}"/>
          </ac:spMkLst>
        </pc:spChg>
        <pc:picChg chg="add mod">
          <ac:chgData name="יהודה טאוב" userId="80c2dbd02819b45c" providerId="LiveId" clId="{6D52B3FA-DF86-4AD3-A863-65E576442B5B}" dt="2025-01-01T09:08:03.268" v="13" actId="1076"/>
          <ac:picMkLst>
            <pc:docMk/>
            <pc:sldMk cId="3927787997" sldId="728"/>
            <ac:picMk id="5" creationId="{9E452888-60D7-61C3-12F1-A69CB7C43DF2}"/>
          </ac:picMkLst>
        </pc:picChg>
        <pc:picChg chg="add mod">
          <ac:chgData name="יהודה טאוב" userId="80c2dbd02819b45c" providerId="LiveId" clId="{6D52B3FA-DF86-4AD3-A863-65E576442B5B}" dt="2025-01-01T09:19:37.089" v="29"/>
          <ac:picMkLst>
            <pc:docMk/>
            <pc:sldMk cId="3927787997" sldId="728"/>
            <ac:picMk id="8" creationId="{D944AA8F-5744-5BC3-D39E-209536F8E479}"/>
          </ac:picMkLst>
        </pc:picChg>
      </pc:sldChg>
      <pc:sldChg chg="addSp modSp del">
        <pc:chgData name="יהודה טאוב" userId="80c2dbd02819b45c" providerId="LiveId" clId="{6D52B3FA-DF86-4AD3-A863-65E576442B5B}" dt="2025-01-01T12:16:10.072" v="38" actId="18676"/>
        <pc:sldMkLst>
          <pc:docMk/>
          <pc:sldMk cId="14171281" sldId="729"/>
        </pc:sldMkLst>
        <pc:picChg chg="add mod">
          <ac:chgData name="יהודה טאוב" userId="80c2dbd02819b45c" providerId="LiveId" clId="{6D52B3FA-DF86-4AD3-A863-65E576442B5B}" dt="2025-01-01T09:07:53.025" v="11"/>
          <ac:picMkLst>
            <pc:docMk/>
            <pc:sldMk cId="14171281" sldId="729"/>
            <ac:picMk id="5" creationId="{F9D80225-6E7A-8C9A-5FCA-5AFB6F963B26}"/>
          </ac:picMkLst>
        </pc:picChg>
      </pc:sldChg>
      <pc:sldChg chg="del">
        <pc:chgData name="יהודה טאוב" userId="80c2dbd02819b45c" providerId="LiveId" clId="{6D52B3FA-DF86-4AD3-A863-65E576442B5B}" dt="2025-01-01T10:23:05.455" v="32" actId="18676"/>
        <pc:sldMkLst>
          <pc:docMk/>
          <pc:sldMk cId="333216612" sldId="730"/>
        </pc:sldMkLst>
      </pc:sldChg>
      <pc:sldChg chg="new ord">
        <pc:chgData name="יהודה טאוב" userId="80c2dbd02819b45c" providerId="LiveId" clId="{6D52B3FA-DF86-4AD3-A863-65E576442B5B}" dt="2025-01-01T12:15:59.564" v="35"/>
        <pc:sldMkLst>
          <pc:docMk/>
          <pc:sldMk cId="946187111" sldId="730"/>
        </pc:sldMkLst>
      </pc:sldChg>
      <pc:sldChg chg="del">
        <pc:chgData name="יהודה טאוב" userId="80c2dbd02819b45c" providerId="LiveId" clId="{6D52B3FA-DF86-4AD3-A863-65E576442B5B}" dt="2025-01-01T10:23:05.455" v="32" actId="18676"/>
        <pc:sldMkLst>
          <pc:docMk/>
          <pc:sldMk cId="403480965" sldId="731"/>
        </pc:sldMkLst>
      </pc:sldChg>
      <pc:sldChg chg="del">
        <pc:chgData name="יהודה טאוב" userId="80c2dbd02819b45c" providerId="LiveId" clId="{6D52B3FA-DF86-4AD3-A863-65E576442B5B}" dt="2025-01-01T10:23:05.455" v="32" actId="18676"/>
        <pc:sldMkLst>
          <pc:docMk/>
          <pc:sldMk cId="3396856536" sldId="732"/>
        </pc:sldMkLst>
      </pc:sldChg>
      <pc:sldChg chg="del">
        <pc:chgData name="יהודה טאוב" userId="80c2dbd02819b45c" providerId="LiveId" clId="{6D52B3FA-DF86-4AD3-A863-65E576442B5B}" dt="2025-01-01T10:23:05.455" v="32" actId="18676"/>
        <pc:sldMkLst>
          <pc:docMk/>
          <pc:sldMk cId="3867893346" sldId="733"/>
        </pc:sldMkLst>
      </pc:sldChg>
      <pc:sldChg chg="del">
        <pc:chgData name="יהודה טאוב" userId="80c2dbd02819b45c" providerId="LiveId" clId="{6D52B3FA-DF86-4AD3-A863-65E576442B5B}" dt="2025-01-01T10:23:05.455" v="32" actId="18676"/>
        <pc:sldMkLst>
          <pc:docMk/>
          <pc:sldMk cId="112487952" sldId="734"/>
        </pc:sldMkLst>
      </pc:sldChg>
      <pc:sldChg chg="del">
        <pc:chgData name="יהודה טאוב" userId="80c2dbd02819b45c" providerId="LiveId" clId="{6D52B3FA-DF86-4AD3-A863-65E576442B5B}" dt="2025-01-01T10:23:05.455" v="32" actId="18676"/>
        <pc:sldMkLst>
          <pc:docMk/>
          <pc:sldMk cId="3481601557" sldId="735"/>
        </pc:sldMkLst>
      </pc:sldChg>
      <pc:sldChg chg="del">
        <pc:chgData name="יהודה טאוב" userId="80c2dbd02819b45c" providerId="LiveId" clId="{6D52B3FA-DF86-4AD3-A863-65E576442B5B}" dt="2025-01-01T10:23:05.455" v="32" actId="18676"/>
        <pc:sldMkLst>
          <pc:docMk/>
          <pc:sldMk cId="3420252297" sldId="73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4025636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1"/>
          <a:lstStyle>
            <a:lvl1pPr algn="r">
              <a:defRPr sz="13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645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1"/>
          <a:lstStyle>
            <a:lvl1pPr algn="l">
              <a:defRPr sz="1300"/>
            </a:lvl1pPr>
          </a:lstStyle>
          <a:p>
            <a:fld id="{53696908-CC0D-4DBE-98DC-FF28DB2C93FD}" type="datetimeFigureOut">
              <a:rPr lang="he-IL" smtClean="0"/>
              <a:t>א'/טבת/תשפ"ה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4025636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1" anchor="b"/>
          <a:lstStyle>
            <a:lvl1pPr algn="r">
              <a:defRPr sz="13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645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1" anchor="b"/>
          <a:lstStyle>
            <a:lvl1pPr algn="l">
              <a:defRPr sz="1300"/>
            </a:lvl1pPr>
          </a:lstStyle>
          <a:p>
            <a:fld id="{B716F668-B98A-4618-9AE0-3AE55521A9B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81634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BC6A-861F-4B5D-BFB8-1A71BA180126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478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92364"/>
            <a:ext cx="9196339" cy="1366981"/>
          </a:xfrm>
        </p:spPr>
        <p:txBody>
          <a:bodyPr/>
          <a:lstStyle>
            <a:lvl1pPr algn="ctr">
              <a:defRPr/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018" y="1634837"/>
            <a:ext cx="9698182" cy="5116946"/>
          </a:xfrm>
        </p:spPr>
        <p:txBody>
          <a:bodyPr/>
          <a:lstStyle/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06947-3488-462B-8BC3-09206CB53249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422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4EB35-B236-4E3F-8928-C6A475C463FC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778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3AD25-B023-48C2-BD78-0D010D23FAF8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664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90A92-5E58-4155-B391-780D35713D2C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382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>
            <a:lvl1pPr>
              <a:defRPr lang="en-US" sz="4000" b="1" kern="1200" dirty="0">
                <a:solidFill>
                  <a:schemeClr val="accent1">
                    <a:lumMod val="75000"/>
                  </a:schemeClr>
                </a:solidFill>
                <a:effectLst>
                  <a:glow rad="520700">
                    <a:schemeClr val="accent6">
                      <a:satMod val="175000"/>
                      <a:alpha val="40000"/>
                    </a:schemeClr>
                  </a:glo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56A87-6039-42BD-A5F0-F5A391031D1F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059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C25A-985E-414E-ACA5-924DEBB395A2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044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B3F1-066E-4662-9E3C-EDCE9654367A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447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F192F-68AE-4E32-86A2-1747E239F49F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049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24B26-F355-4974-9B23-F94DF3B81B21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310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93A31-C52F-432F-A7B9-5BDC5EF66FDC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0769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60F6B-7A19-46EF-BD97-BD28A89006E2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08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1F12-1533-42CB-B6C4-6B97A8523DA4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7608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נכון או לא נכו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79D34-FE56-4DD4-A8F3-04F534943CB8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2082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E8368-43B4-4B91-B111-961839FA92A2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4586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6F57D-2B75-4FB0-9F5A-8114A78F654C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1096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78C5F-7D85-43B2-8321-40D812FCEF32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1890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0"/>
            <a:ext cx="9556557" cy="905164"/>
          </a:xfrm>
        </p:spPr>
        <p:txBody>
          <a:bodyPr/>
          <a:lstStyle>
            <a:lvl1pPr algn="ctr">
              <a:defRPr/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017" y="942109"/>
            <a:ext cx="10132291" cy="5915891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74E98-50DB-43A2-BDC1-3CF1DD81D0D4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9694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67544-A500-4E8F-BAAC-51BB6AA2F7E7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30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605C-9FB7-42F7-96E3-3AA76B6C3CB5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9620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E2F49-6304-4A8D-831E-47B1F5044111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2604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>
            <a:lvl1pPr>
              <a:defRPr lang="en-US" sz="4000" b="1" kern="1200" dirty="0">
                <a:solidFill>
                  <a:schemeClr val="accent1">
                    <a:lumMod val="75000"/>
                  </a:schemeClr>
                </a:solidFill>
                <a:effectLst>
                  <a:glow rad="520700">
                    <a:schemeClr val="accent6">
                      <a:satMod val="175000"/>
                      <a:alpha val="40000"/>
                    </a:schemeClr>
                  </a:glo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DC07E-B2BD-4ABB-8388-CA8E2C324679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5113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9B581-265B-4A18-9254-B39E06641D14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213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951A1-B50C-4CDA-872A-DBC6A655C511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5038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D09D4-FFAD-4E0F-983D-5BB5A87D1932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618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7506B-30E3-4E2C-8FE1-54DECA2B2646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7479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1347E-1077-4C9C-B2E1-D37513F56420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45006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1C6F-BC3D-46BA-9FE6-C6C68A845FF0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9235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6198-434F-4CE4-A28F-F2A7562FC1CC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76829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נכון או לא נכו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5F20F-65BD-40D3-B4D6-D682CBCD2C4F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0506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097C7-7809-4CF9-AD3C-FD803FCF1802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0323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59A5-2041-4DD9-BE69-D1C719121036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1028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E4DCE-FC9E-4F39-B09B-5503023D7717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6340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0A7B5-9872-4D8A-8EA6-F6DEB07F2A1F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7427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23FCB-38C6-4AB2-AB45-18D003BF6189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5257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5E851-C0FC-42AB-8560-CB37E5A4CDD5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96834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898F9-0F45-4DA8-800A-BB495D76C635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2165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>
            <a:lvl1pPr>
              <a:defRPr lang="en-US" sz="4000" b="1" kern="1200" dirty="0">
                <a:solidFill>
                  <a:schemeClr val="accent1">
                    <a:lumMod val="75000"/>
                  </a:schemeClr>
                </a:solidFill>
                <a:effectLst>
                  <a:glow rad="520700">
                    <a:schemeClr val="accent6">
                      <a:satMod val="175000"/>
                      <a:alpha val="40000"/>
                    </a:schemeClr>
                  </a:glo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40072-44B1-4868-8B14-79275345688D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37533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F1D7B-0052-46A6-88CA-9C0D4EBD3DEA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46873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542FA-95DE-48A2-9D6B-C4E0B8D7AD04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3702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F6799-0909-46C7-A6E1-70E24C8DD0D8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32242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D55B2-F5F9-413A-8547-7E578903A918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55417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68DF9-79AF-4F77-BDF2-C1389A780D92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839538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3A3CA-E95C-4500-95E4-46900DBA5C93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60530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A1F3C-7A90-4C8A-B4CF-3C1F06B4C015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894210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נכון או לא נכו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27C96-CA02-4EAD-9E29-6E6AFCBE8A40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28739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D9499-B8CD-42EF-84AE-18776F6680F8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48721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F458-0B7E-47EF-B8C1-98F94E4C5E8B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37046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41A3-0E2D-4CD6-8E23-DC7D1E3CFB4A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86832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CC76B-104F-4F1B-9A2A-574AE815012D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95759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57C10-E354-4CB5-9311-BD03FD409E3F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82027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87A84-36A1-4FCB-ADA0-482FF81C021A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50252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118EA-D3CA-4345-B468-FA805A9E561E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5221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>
            <a:lvl1pPr>
              <a:defRPr lang="en-US" sz="4000" b="1" kern="1200" dirty="0">
                <a:solidFill>
                  <a:schemeClr val="accent1">
                    <a:lumMod val="75000"/>
                  </a:schemeClr>
                </a:solidFill>
                <a:effectLst>
                  <a:glow rad="520700">
                    <a:schemeClr val="accent6">
                      <a:satMod val="175000"/>
                      <a:alpha val="40000"/>
                    </a:schemeClr>
                  </a:glo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39170-29AB-415C-BE13-B7AB843A89F0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06023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E1433-1996-4339-AFE6-B69ADDFB5EA4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68024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8928-0079-45C0-847A-EEF3844AF910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57251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1B82-1A52-4421-8DF4-446B029B92A4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08924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00245-66DB-4CB0-9817-36F86B09D37C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23799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A937-A850-47B8-AD66-B10FAF2362D8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65386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909B-FC2B-4ED3-82BA-494DD894A90F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75311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16D0-866E-4355-98F8-6EC47C52763A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762079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נכון או לא נכו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FD0D0-0FED-4463-AA5C-5E9828B0CA57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22071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759AE-5670-401C-8BC1-0127CB354289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16252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BD98-18A6-449F-BB5E-A9B4B4F2F6D4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311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018" y="2160589"/>
            <a:ext cx="9134764" cy="4591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52846-2DA2-430D-8B42-D5B64B5B9273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9583" y="636140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15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</p:sldLayoutIdLst>
  <p:hf hdr="0" ftr="0" dt="0"/>
  <p:txStyles>
    <p:titleStyle>
      <a:lvl1pPr algn="l" defTabSz="457200" rtl="1" eaLnBrk="1" latinLnBrk="0" hangingPunct="1">
        <a:spcBef>
          <a:spcPct val="0"/>
        </a:spcBef>
        <a:buNone/>
        <a:defRPr lang="en-US" sz="4000" b="1" kern="1200" dirty="0">
          <a:solidFill>
            <a:schemeClr val="accent1">
              <a:lumMod val="75000"/>
            </a:schemeClr>
          </a:solidFill>
          <a:effectLst>
            <a:glow rad="520700">
              <a:schemeClr val="accent6">
                <a:satMod val="175000"/>
                <a:alpha val="40000"/>
              </a:schemeClr>
            </a:glow>
          </a:effectLst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just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556557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017" y="2160589"/>
            <a:ext cx="10132291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C9BE4-C446-4D67-8BC2-48AE757AE8B2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9583" y="636140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393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1" eaLnBrk="1" latinLnBrk="0" hangingPunct="1">
        <a:spcBef>
          <a:spcPct val="0"/>
        </a:spcBef>
        <a:buNone/>
        <a:defRPr lang="en-US" sz="4000" b="1" kern="1200" dirty="0">
          <a:solidFill>
            <a:schemeClr val="accent1">
              <a:lumMod val="75000"/>
            </a:schemeClr>
          </a:solidFill>
          <a:effectLst>
            <a:glow rad="520700">
              <a:schemeClr val="accent6">
                <a:satMod val="175000"/>
                <a:alpha val="40000"/>
              </a:schemeClr>
            </a:glow>
          </a:effectLst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018" y="2160589"/>
            <a:ext cx="913476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0AEED-583C-4DAF-906F-A0777C51F511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9583" y="636140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612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hf hdr="0" ftr="0" dt="0"/>
  <p:txStyles>
    <p:titleStyle>
      <a:lvl1pPr algn="l" defTabSz="457200" rtl="1" eaLnBrk="1" latinLnBrk="0" hangingPunct="1">
        <a:spcBef>
          <a:spcPct val="0"/>
        </a:spcBef>
        <a:buNone/>
        <a:defRPr lang="en-US" sz="4000" b="1" kern="1200" dirty="0">
          <a:solidFill>
            <a:schemeClr val="accent1">
              <a:lumMod val="75000"/>
            </a:schemeClr>
          </a:solidFill>
          <a:effectLst>
            <a:glow rad="520700">
              <a:schemeClr val="accent6">
                <a:satMod val="175000"/>
                <a:alpha val="40000"/>
              </a:schemeClr>
            </a:glow>
          </a:effectLst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C66679-4220-4572-9570-95DED615D442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9583" y="636140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913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</p:sldLayoutIdLst>
  <p:hf hdr="0" ftr="0" dt="0"/>
  <p:txStyles>
    <p:titleStyle>
      <a:lvl1pPr algn="l" defTabSz="457200" rtl="1" eaLnBrk="1" latinLnBrk="0" hangingPunct="1">
        <a:spcBef>
          <a:spcPct val="0"/>
        </a:spcBef>
        <a:buNone/>
        <a:defRPr lang="en-US" sz="4000" b="1" kern="1200" dirty="0">
          <a:solidFill>
            <a:schemeClr val="accent1">
              <a:lumMod val="75000"/>
            </a:schemeClr>
          </a:solidFill>
          <a:effectLst>
            <a:glow rad="520700">
              <a:schemeClr val="accent6">
                <a:satMod val="175000"/>
                <a:alpha val="40000"/>
              </a:schemeClr>
            </a:glow>
          </a:effectLst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1AA60C3-BD63-4572-85F7-6B8122875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67999CC-3D89-90DD-78A1-327090B41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6E69D354-F98D-71C5-E918-06B7F2B9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87111"/>
      </p:ext>
    </p:extLst>
  </p:cSld>
  <p:clrMapOvr>
    <a:masterClrMapping/>
  </p:clrMapOvr>
</p:sld>
</file>

<file path=ppt/theme/theme1.xml><?xml version="1.0" encoding="utf-8"?>
<a:theme xmlns:a="http://schemas.openxmlformats.org/drawingml/2006/main" name="2_פיאה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פיאה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3.xml><?xml version="1.0" encoding="utf-8"?>
<a:theme xmlns:a="http://schemas.openxmlformats.org/drawingml/2006/main" name="3_פיאה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4.xml><?xml version="1.0" encoding="utf-8"?>
<a:theme xmlns:a="http://schemas.openxmlformats.org/drawingml/2006/main" name="1_פיאה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5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32217</TotalTime>
  <Words>1</Words>
  <Application>Microsoft Office PowerPoint</Application>
  <PresentationFormat>מסך רחב</PresentationFormat>
  <Paragraphs>1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4</vt:i4>
      </vt:variant>
      <vt:variant>
        <vt:lpstr>כותרות שקופיות</vt:lpstr>
      </vt:variant>
      <vt:variant>
        <vt:i4>1</vt:i4>
      </vt:variant>
    </vt:vector>
  </HeadingPairs>
  <TitlesOfParts>
    <vt:vector size="9" baseType="lpstr">
      <vt:lpstr>Arial</vt:lpstr>
      <vt:lpstr>Calibri</vt:lpstr>
      <vt:lpstr>Trebuchet MS</vt:lpstr>
      <vt:lpstr>Wingdings 3</vt:lpstr>
      <vt:lpstr>2_פיאה</vt:lpstr>
      <vt:lpstr>פיאה</vt:lpstr>
      <vt:lpstr>3_פיאה</vt:lpstr>
      <vt:lpstr>1_פיאה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יהודה טאוב</dc:creator>
  <cp:lastModifiedBy>יהודה טאוב</cp:lastModifiedBy>
  <cp:revision>25</cp:revision>
  <cp:lastPrinted>2024-02-26T05:45:50Z</cp:lastPrinted>
  <dcterms:created xsi:type="dcterms:W3CDTF">2024-02-23T09:02:47Z</dcterms:created>
  <dcterms:modified xsi:type="dcterms:W3CDTF">2025-01-01T12:16:12Z</dcterms:modified>
</cp:coreProperties>
</file>