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9144000"/>
  <p:photoAlbum layout="4pic" frame="frameStyle7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38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B897659-9314-B0B8-C4E7-A86BDA6608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FD127FFA-B9E6-55A1-9F4E-BE6ED8AFC6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25A87CF-87BC-AEFB-5423-99C571E4D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EBC67-2E18-4536-A485-B03518DB0D30}" type="datetimeFigureOut">
              <a:rPr lang="he-IL" smtClean="0"/>
              <a:t>ל'/תשרי/תשפ"ה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4CF242D-89A0-6958-0A4F-E202EF94E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3F7FE81-55C2-6A52-86F3-111033355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F9BF2-22D0-40DD-A4FB-212F50DB2E7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351242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20000">
        <p:split orient="vert"/>
      </p:transition>
    </mc:Choice>
    <mc:Fallback>
      <p:transition advClick="0" advTm="20000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296C9F0-BF1D-B318-9551-98AC95F0D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7A15CB7-CEFB-1B4F-8416-6C1A286A8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F43B0E8-1B1F-C076-CC7E-D36097985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EBC67-2E18-4536-A485-B03518DB0D30}" type="datetimeFigureOut">
              <a:rPr lang="he-IL" smtClean="0"/>
              <a:t>ל'/תשרי/תשפ"ה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E38F697-66F4-B475-E297-273D198AC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8A21E9B-36CD-0FC8-9F31-EC28C56D5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F9BF2-22D0-40DD-A4FB-212F50DB2E7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340060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20000">
        <p:split orient="vert"/>
      </p:transition>
    </mc:Choice>
    <mc:Fallback>
      <p:transition advClick="0" advTm="20000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F8E3D6F-88E2-0C58-12D8-3487F12CE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5E8A434-5008-4542-8248-CC944AF1B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CBBB8A3-E139-5687-CB76-99F6773AC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EBC67-2E18-4536-A485-B03518DB0D30}" type="datetimeFigureOut">
              <a:rPr lang="he-IL" smtClean="0"/>
              <a:t>ל'/תשרי/תשפ"ה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97E76F6-9704-CB18-E8FF-37A3A692E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AE14FE2-72FA-3258-8011-BBADAC89F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F9BF2-22D0-40DD-A4FB-212F50DB2E7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209540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20000">
        <p:split orient="vert"/>
      </p:transition>
    </mc:Choice>
    <mc:Fallback>
      <p:transition advClick="0" advTm="20000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0EB34C2-8BD2-25AA-94EC-A36F5245D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317E411-6294-1B00-2048-EFF1D69037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F8B80A73-2A38-FE2A-41C1-5CD2686C06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5B7ECA23-C769-9C6E-2CC6-591F28F7E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EBC67-2E18-4536-A485-B03518DB0D30}" type="datetimeFigureOut">
              <a:rPr lang="he-IL" smtClean="0"/>
              <a:t>ל'/תשרי/תשפ"ה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C6DC046C-BBA4-1865-11A0-43DA166AE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0217927-17CE-D1CF-1F2C-C0B7BF14F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F9BF2-22D0-40DD-A4FB-212F50DB2E7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922638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20000">
        <p:split orient="vert"/>
      </p:transition>
    </mc:Choice>
    <mc:Fallback>
      <p:transition advClick="0" advTm="20000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72DD973-4D5E-12A2-7EAA-DA320E3F8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BB1F517-2647-F5E4-709E-1CC28EDB1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AB16351B-9DFF-DB4C-5FB2-D422425501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9C014107-1CD7-E126-4479-B659AF202A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FBC36F86-B60B-64BD-68CC-4945FB4868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4FC2262D-763C-5BD0-5B98-A7175359C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EBC67-2E18-4536-A485-B03518DB0D30}" type="datetimeFigureOut">
              <a:rPr lang="he-IL" smtClean="0"/>
              <a:t>ל'/תשרי/תשפ"ה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1538AB53-0767-F5EA-05A8-1936C3524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9E3C75EA-4BD5-94D8-A0BC-C557CAD59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F9BF2-22D0-40DD-A4FB-212F50DB2E7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755753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20000">
        <p:split orient="vert"/>
      </p:transition>
    </mc:Choice>
    <mc:Fallback>
      <p:transition advClick="0" advTm="20000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692CA9A-D09C-7E94-CDAF-06631A95D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B64EA8C3-2C99-854C-8D12-F3B0FF50D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EBC67-2E18-4536-A485-B03518DB0D30}" type="datetimeFigureOut">
              <a:rPr lang="he-IL" smtClean="0"/>
              <a:t>ל'/תשרי/תשפ"ה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42D9D156-3981-0958-A81B-81261AA0B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F348E6DE-60B9-71D5-9B67-1116BDD75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F9BF2-22D0-40DD-A4FB-212F50DB2E7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783872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20000">
        <p:split orient="vert"/>
      </p:transition>
    </mc:Choice>
    <mc:Fallback>
      <p:transition advClick="0" advTm="20000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FAA8A309-1D8D-C60C-B660-A95CF5068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EBC67-2E18-4536-A485-B03518DB0D30}" type="datetimeFigureOut">
              <a:rPr lang="he-IL" smtClean="0"/>
              <a:t>ל'/תשרי/תשפ"ה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11250EA1-2BDB-4950-91C7-37EE54B46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4023609F-C6B0-37B4-E83F-CBAEE18B9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F9BF2-22D0-40DD-A4FB-212F50DB2E7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339338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20000">
        <p:split orient="vert"/>
      </p:transition>
    </mc:Choice>
    <mc:Fallback>
      <p:transition advClick="0" advTm="20000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F5A7543-86C3-5E71-E2E5-544633C9F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4F011EE-64DE-6AC9-6B64-5F64CF330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6C1E86AB-0262-DDC3-D117-FF82B74BE4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A0ECF9EC-51CE-3BD0-9737-BAC73EB18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EBC67-2E18-4536-A485-B03518DB0D30}" type="datetimeFigureOut">
              <a:rPr lang="he-IL" smtClean="0"/>
              <a:t>ל'/תשרי/תשפ"ה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0728ED24-325D-4F02-5F09-7776F0530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215105E-3240-073C-FF2E-27755094F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F9BF2-22D0-40DD-A4FB-212F50DB2E7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171134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20000">
        <p:split orient="vert"/>
      </p:transition>
    </mc:Choice>
    <mc:Fallback>
      <p:transition advClick="0" advTm="20000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567D40F-9161-C4C1-0277-C8C8BB9F3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27FAD74A-A57D-963F-161B-AC6AD3A9BA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CC80126C-C63D-7BD7-BED8-01707C5992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A80107BF-B42F-6B3F-BD36-491620B1D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EBC67-2E18-4536-A485-B03518DB0D30}" type="datetimeFigureOut">
              <a:rPr lang="he-IL" smtClean="0"/>
              <a:t>ל'/תשרי/תשפ"ה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F72016EC-25D0-37E2-C8CC-1051D42DD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A1E21DDF-6C6A-FFDF-1E4F-C00108D5D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F9BF2-22D0-40DD-A4FB-212F50DB2E7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518794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20000">
        <p:split orient="vert"/>
      </p:transition>
    </mc:Choice>
    <mc:Fallback>
      <p:transition advClick="0" advTm="20000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4E15C64-5578-0C04-DABB-FC7903BD7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7C2A53DB-3548-A041-945A-29D122FEC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D1EA582-9F21-7528-BC8D-BE08A33F3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EBC67-2E18-4536-A485-B03518DB0D30}" type="datetimeFigureOut">
              <a:rPr lang="he-IL" smtClean="0"/>
              <a:t>ל'/תשרי/תשפ"ה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B1C72C8-315E-2B17-3F91-739276ADA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E026DD3-0004-5C7D-07A1-6D34CD337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F9BF2-22D0-40DD-A4FB-212F50DB2E7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15755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20000">
        <p:split orient="vert"/>
      </p:transition>
    </mc:Choice>
    <mc:Fallback>
      <p:transition advClick="0" advTm="20000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A801DA21-A933-DFFF-BEAB-BEF216ABB4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5AD46C21-147E-5CC6-B0DF-413392B9FE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9F32845-1CD9-548A-EECB-E24B69B5A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EBC67-2E18-4536-A485-B03518DB0D30}" type="datetimeFigureOut">
              <a:rPr lang="he-IL" smtClean="0"/>
              <a:t>ל'/תשרי/תשפ"ה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C2E6695-03F8-B31D-15F0-0F0B760A8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595DB98-99B5-D733-5CA2-41769DB42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F9BF2-22D0-40DD-A4FB-212F50DB2E7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56724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20000">
        <p:split orient="vert"/>
      </p:transition>
    </mc:Choice>
    <mc:Fallback>
      <p:transition advClick="0" advTm="20000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CEA2094C-0ABF-3D19-A1B4-2349B57ED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78F1862-D0C1-D449-8698-4B51A8013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FEC679F-3854-2DB4-C8AA-FC1F9AE41F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3EBC67-2E18-4536-A485-B03518DB0D30}" type="datetimeFigureOut">
              <a:rPr lang="he-IL" smtClean="0"/>
              <a:t>ל'/תשרי/תשפ"ה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858175D-364B-C755-1603-43D0EA0745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29C4C30-DAB3-B02E-C29C-F0EB19B6EA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6F9BF2-22D0-40DD-A4FB-212F50DB2E7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799911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250" advClick="0" advTm="20000">
        <p:split orient="vert"/>
      </p:transition>
    </mc:Choice>
    <mc:Fallback>
      <p:transition advClick="0" advTm="20000">
        <p:split orient="vert"/>
      </p:transition>
    </mc:Fallback>
  </mc:AlternateConten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09FF9A-4FCE-468E-A86A-C9AB525EA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1E12D4-3A88-428D-8E5E-AF1AFD923D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קיר עם תמונות נסיעה">
            <a:extLst>
              <a:ext uri="{FF2B5EF4-FFF2-40B4-BE49-F238E27FC236}">
                <a16:creationId xmlns:a16="http://schemas.microsoft.com/office/drawing/2014/main" id="{1474B96C-7160-81E3-357F-787003CD4CB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rcRect t="15730"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7D4FE360-2C90-CDB2-5BAB-93ACBCB862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914402"/>
            <a:ext cx="10515600" cy="2985923"/>
          </a:xfrm>
        </p:spPr>
        <p:txBody>
          <a:bodyPr>
            <a:normAutofit/>
          </a:bodyPr>
          <a:lstStyle/>
          <a:p>
            <a:r>
              <a:rPr lang="he-IL" sz="5200" dirty="0">
                <a:solidFill>
                  <a:srgbClr val="FFFFFF"/>
                </a:solidFill>
              </a:rPr>
              <a:t>אירוסין של יעקב טאוב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70770BA8-057B-ACEC-F1B4-FEA400E2CD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072040"/>
            <a:ext cx="10515600" cy="1384310"/>
          </a:xfrm>
        </p:spPr>
        <p:txBody>
          <a:bodyPr>
            <a:normAutofit/>
          </a:bodyPr>
          <a:lstStyle/>
          <a:p>
            <a:r>
              <a:rPr lang="he-IL" dirty="0">
                <a:solidFill>
                  <a:srgbClr val="FFFFFF"/>
                </a:solidFill>
              </a:rPr>
              <a:t>על ידי יהודה טאוב</a:t>
            </a:r>
          </a:p>
          <a:p>
            <a:r>
              <a:rPr lang="he-IL" dirty="0">
                <a:solidFill>
                  <a:srgbClr val="FFFFFF"/>
                </a:solidFill>
              </a:rPr>
              <a:t>צולם על ידי שמואלי טאוב</a:t>
            </a:r>
          </a:p>
        </p:txBody>
      </p:sp>
      <p:pic>
        <p:nvPicPr>
          <p:cNvPr id="4" name="פלייבק  ברכת חופה  אוהד מושקוביץ  חסידיש פלייבק (1)">
            <a:hlinkClick r:id="" action="ppaction://media"/>
            <a:extLst>
              <a:ext uri="{FF2B5EF4-FFF2-40B4-BE49-F238E27FC236}">
                <a16:creationId xmlns:a16="http://schemas.microsoft.com/office/drawing/2014/main" id="{782426DD-1C61-62A2-AEC1-D895C5AC906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94645" y="206433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8434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20000">
        <p:split orient="vert"/>
      </p:transition>
    </mc:Choice>
    <mc:Fallback>
      <p:transition advClick="0" advTm="20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18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 descr="IMG_0324">
            <a:extLst>
              <a:ext uri="{FF2B5EF4-FFF2-40B4-BE49-F238E27FC236}">
                <a16:creationId xmlns:a16="http://schemas.microsoft.com/office/drawing/2014/main" id="{28CE863A-29E8-E3B4-110E-6112F074D2A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300" y="457200"/>
            <a:ext cx="3810000" cy="28575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תמונה 4" descr="IMG_0325">
            <a:extLst>
              <a:ext uri="{FF2B5EF4-FFF2-40B4-BE49-F238E27FC236}">
                <a16:creationId xmlns:a16="http://schemas.microsoft.com/office/drawing/2014/main" id="{1FF9A0E5-D0EF-D099-292B-5F4FA600AB8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4700" y="457200"/>
            <a:ext cx="3810000" cy="28575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תמונה 6" descr="IMG_0326">
            <a:extLst>
              <a:ext uri="{FF2B5EF4-FFF2-40B4-BE49-F238E27FC236}">
                <a16:creationId xmlns:a16="http://schemas.microsoft.com/office/drawing/2014/main" id="{DF05D070-3C18-8423-2B85-EA144429383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4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300" y="3543300"/>
            <a:ext cx="3810000" cy="28575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תמונה 8" descr="IMG_0327">
            <a:extLst>
              <a:ext uri="{FF2B5EF4-FFF2-40B4-BE49-F238E27FC236}">
                <a16:creationId xmlns:a16="http://schemas.microsoft.com/office/drawing/2014/main" id="{28F0A0A6-FF91-DB00-521A-D46AA66A1DE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5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4700" y="3543300"/>
            <a:ext cx="3810000" cy="28575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544197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20000">
        <p:split orient="vert"/>
      </p:transition>
    </mc:Choice>
    <mc:Fallback>
      <p:transition advClick="0" advTm="20000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 descr="IMG_0337">
            <a:extLst>
              <a:ext uri="{FF2B5EF4-FFF2-40B4-BE49-F238E27FC236}">
                <a16:creationId xmlns:a16="http://schemas.microsoft.com/office/drawing/2014/main" id="{DAA765E5-DCAB-BD84-9BBF-DEA28E0BD4F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300" y="457200"/>
            <a:ext cx="3810000" cy="28575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תמונה 4" descr="IMG_0338">
            <a:extLst>
              <a:ext uri="{FF2B5EF4-FFF2-40B4-BE49-F238E27FC236}">
                <a16:creationId xmlns:a16="http://schemas.microsoft.com/office/drawing/2014/main" id="{3173DB01-D8BE-ED59-39EF-32F70C64297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4700" y="457200"/>
            <a:ext cx="3810000" cy="28575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תמונה 6" descr="IMG_0328">
            <a:extLst>
              <a:ext uri="{FF2B5EF4-FFF2-40B4-BE49-F238E27FC236}">
                <a16:creationId xmlns:a16="http://schemas.microsoft.com/office/drawing/2014/main" id="{6EA71F35-3C08-64DC-675B-551B55DBFA5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4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300" y="3543300"/>
            <a:ext cx="3810000" cy="28575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354897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20000">
        <p:split orient="vert"/>
      </p:transition>
    </mc:Choice>
    <mc:Fallback>
      <p:transition advClick="0" advTm="20000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 descr="IMG_0329">
            <a:extLst>
              <a:ext uri="{FF2B5EF4-FFF2-40B4-BE49-F238E27FC236}">
                <a16:creationId xmlns:a16="http://schemas.microsoft.com/office/drawing/2014/main" id="{7DCC73B3-43D8-548C-0579-03466DC010E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300" y="457200"/>
            <a:ext cx="3810000" cy="28575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תמונה 4" descr="IMG_0330">
            <a:extLst>
              <a:ext uri="{FF2B5EF4-FFF2-40B4-BE49-F238E27FC236}">
                <a16:creationId xmlns:a16="http://schemas.microsoft.com/office/drawing/2014/main" id="{97D2A4EC-897A-913C-AC4A-AD34B2B9A16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4700" y="457200"/>
            <a:ext cx="3810000" cy="28575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תמונה 6" descr="IMG_0331">
            <a:extLst>
              <a:ext uri="{FF2B5EF4-FFF2-40B4-BE49-F238E27FC236}">
                <a16:creationId xmlns:a16="http://schemas.microsoft.com/office/drawing/2014/main" id="{D549A30B-919D-DB16-2480-7D399367B51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4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300" y="3543300"/>
            <a:ext cx="3810000" cy="28575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תמונה 8" descr="IMG_0332">
            <a:extLst>
              <a:ext uri="{FF2B5EF4-FFF2-40B4-BE49-F238E27FC236}">
                <a16:creationId xmlns:a16="http://schemas.microsoft.com/office/drawing/2014/main" id="{820524DE-0DE1-7E50-6CC2-A9F512AB5C7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5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4700" y="3543300"/>
            <a:ext cx="3810000" cy="28575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180168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20000">
        <p:split orient="vert"/>
      </p:transition>
    </mc:Choice>
    <mc:Fallback>
      <p:transition advClick="0" advTm="20000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 descr="IMG_0333">
            <a:extLst>
              <a:ext uri="{FF2B5EF4-FFF2-40B4-BE49-F238E27FC236}">
                <a16:creationId xmlns:a16="http://schemas.microsoft.com/office/drawing/2014/main" id="{A52E58BE-3D2F-2DE8-53E3-B801F67E75A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300" y="457200"/>
            <a:ext cx="3810000" cy="28575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תמונה 4" descr="IMG_0334">
            <a:extLst>
              <a:ext uri="{FF2B5EF4-FFF2-40B4-BE49-F238E27FC236}">
                <a16:creationId xmlns:a16="http://schemas.microsoft.com/office/drawing/2014/main" id="{2E675C32-1B2F-6BAA-90EC-81FE4794E38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4700" y="457200"/>
            <a:ext cx="3810000" cy="28575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תמונה 6" descr="IMG_0335">
            <a:extLst>
              <a:ext uri="{FF2B5EF4-FFF2-40B4-BE49-F238E27FC236}">
                <a16:creationId xmlns:a16="http://schemas.microsoft.com/office/drawing/2014/main" id="{822AE229-E212-DE29-3727-F07FDC3E095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4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300" y="3543300"/>
            <a:ext cx="3810000" cy="28575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תמונה 8" descr="IMG_0336">
            <a:extLst>
              <a:ext uri="{FF2B5EF4-FFF2-40B4-BE49-F238E27FC236}">
                <a16:creationId xmlns:a16="http://schemas.microsoft.com/office/drawing/2014/main" id="{BB1C38F8-032A-71C1-C3DE-033CBD9DE30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5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4700" y="3543300"/>
            <a:ext cx="3810000" cy="28575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9908536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20000">
        <p:split orient="vert"/>
      </p:transition>
    </mc:Choice>
    <mc:Fallback>
      <p:transition advClick="0" advTm="20000">
        <p:split orient="vert"/>
      </p:transition>
    </mc:Fallback>
  </mc:AlternateContent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13</Words>
  <Application>Microsoft Office PowerPoint</Application>
  <PresentationFormat>מסך רחב</PresentationFormat>
  <Paragraphs>3</Paragraphs>
  <Slides>5</Slides>
  <Notes>0</Notes>
  <HiddenSlides>0</HiddenSlides>
  <MMClips>1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ערכת נושא Office</vt:lpstr>
      <vt:lpstr>אירוסין של יעקב טאוב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יהודה טאוב</dc:creator>
  <cp:lastModifiedBy>יהודה טאוב</cp:lastModifiedBy>
  <cp:revision>1</cp:revision>
  <dcterms:created xsi:type="dcterms:W3CDTF">2024-11-01T05:11:43Z</dcterms:created>
  <dcterms:modified xsi:type="dcterms:W3CDTF">2024-11-01T05:40:50Z</dcterms:modified>
</cp:coreProperties>
</file>