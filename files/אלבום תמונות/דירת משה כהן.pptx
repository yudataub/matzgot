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71" r:id="rId4"/>
    <p:sldId id="265" r:id="rId5"/>
    <p:sldId id="260" r:id="rId6"/>
    <p:sldId id="258" r:id="rId7"/>
    <p:sldId id="259" r:id="rId8"/>
    <p:sldId id="264" r:id="rId9"/>
    <p:sldId id="273" r:id="rId10"/>
    <p:sldId id="261" r:id="rId11"/>
    <p:sldId id="262" r:id="rId12"/>
    <p:sldId id="269" r:id="rId13"/>
    <p:sldId id="263" r:id="rId14"/>
    <p:sldId id="266" r:id="rId15"/>
    <p:sldId id="267" r:id="rId16"/>
    <p:sldId id="268" r:id="rId17"/>
    <p:sldId id="270" r:id="rId18"/>
    <p:sldId id="272" r:id="rId19"/>
  </p:sldIdLst>
  <p:sldSz cx="12192000" cy="6858000"/>
  <p:notesSz cx="6858000" cy="9144000"/>
  <p:photoAlbum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FA07EF-D152-68AE-26CD-36914AAB5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F0F6E4D-A17F-4D50-09CF-913AF81EE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7ED09CA-3E51-B70F-88FE-09139EB49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1604-C9BA-4F53-9E3E-3F981FA45E50}" type="datetimeFigureOut">
              <a:rPr lang="he-IL" smtClean="0"/>
              <a:t>י"ג/חשון/תשפ"ה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4E6F726-3C5C-51F8-6238-5C8819FE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CB6527D-E748-D4E2-3296-E4D48B8B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AD2A-AF83-4E20-8EAF-A14F59FC9A8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1446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454CE66-43A6-F151-8AE4-0066EBEDB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3BDA1CA-6229-5DE3-938F-10A7E0C4A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6E605D0-0773-7B40-9199-1C316165D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1604-C9BA-4F53-9E3E-3F981FA45E50}" type="datetimeFigureOut">
              <a:rPr lang="he-IL" smtClean="0"/>
              <a:t>י"ג/חשון/תשפ"ה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F081D15-5CBA-22B3-1982-16D04B09D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3FAF69C-564B-9535-89D7-5E73781D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AD2A-AF83-4E20-8EAF-A14F59FC9A8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77280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D8AA859-74BC-DC73-93BE-C776224B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FA8512A-CE79-EB5A-CDA2-4E46362DA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D4335C8-D9DB-F55C-5434-73374F4F6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1604-C9BA-4F53-9E3E-3F981FA45E50}" type="datetimeFigureOut">
              <a:rPr lang="he-IL" smtClean="0"/>
              <a:t>י"ג/חשון/תשפ"ה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4C348D6-CEF1-B918-06FB-9E7AACEC7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D95B5DC-5BE3-2CEE-6219-EF7B9690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AD2A-AF83-4E20-8EAF-A14F59FC9A8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8259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D139D84-609C-521D-CFA7-39F32E4EF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52C455C-625A-C7D1-5B4C-238DB6FBF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8A37A05-9A02-69F9-8E23-C8B963649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DEE8CBD-32BE-2149-2E36-8BCC731A7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1604-C9BA-4F53-9E3E-3F981FA45E50}" type="datetimeFigureOut">
              <a:rPr lang="he-IL" smtClean="0"/>
              <a:t>י"ג/חשון/תשפ"ה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2E07C9A-C034-97CB-57CC-5C940B9E7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E01D7A6-6385-EB4E-D5BC-AE9D5280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AD2A-AF83-4E20-8EAF-A14F59FC9A8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6846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5762F5-C756-22FA-8EE5-09A490A4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6DA908E-D37D-D951-2683-05674C818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4FA00B0-E854-ECA7-2D33-47302DEBB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6034389E-E8BE-DBD9-39F2-6FCC463AC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B9BE2AC6-E8DC-C239-F410-32BADC86E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04CCDE1A-83FA-AA37-D826-3F149B0F9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1604-C9BA-4F53-9E3E-3F981FA45E50}" type="datetimeFigureOut">
              <a:rPr lang="he-IL" smtClean="0"/>
              <a:t>י"ג/חשון/תשפ"ה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CC298EAE-354E-62D6-A935-8E8392F2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36373C40-DFA4-AAA0-9D88-379DBB04F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AD2A-AF83-4E20-8EAF-A14F59FC9A8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05893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89714C0-8D88-C3AB-02FC-D8DBF2B9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75134353-11FA-0DA7-2C3F-F1416F585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1604-C9BA-4F53-9E3E-3F981FA45E50}" type="datetimeFigureOut">
              <a:rPr lang="he-IL" smtClean="0"/>
              <a:t>י"ג/חשון/תשפ"ה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0A93C0F-D5D9-FA11-F733-06A51D8ED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668004DD-3A8E-F03D-014F-64E546BC4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AD2A-AF83-4E20-8EAF-A14F59FC9A8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939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29FD48BE-E2A7-A0AD-4D09-BFBA8A848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1604-C9BA-4F53-9E3E-3F981FA45E50}" type="datetimeFigureOut">
              <a:rPr lang="he-IL" smtClean="0"/>
              <a:t>י"ג/חשון/תשפ"ה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8B1266E-8D5C-03B1-A697-43FE16363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3BD56BD-3E03-180C-B722-CA150326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AD2A-AF83-4E20-8EAF-A14F59FC9A8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64438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7F4FA35-0857-2EFD-82E9-B845E43D0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A0E71A-1F4D-502C-B010-C8930784D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503B53A-002D-FFEE-23A0-587C2CA87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DF39F41-7ABF-7D62-DA3C-86F7E37DF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1604-C9BA-4F53-9E3E-3F981FA45E50}" type="datetimeFigureOut">
              <a:rPr lang="he-IL" smtClean="0"/>
              <a:t>י"ג/חשון/תשפ"ה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05714EB-CFC8-C561-5BD8-5621BD00F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7272D05-26F7-0934-8CDC-91546D83B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AD2A-AF83-4E20-8EAF-A14F59FC9A8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51483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0B0CAB-DA56-F8E3-E94C-0316413D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051BD6F-E0D6-2E49-271F-7B245DE3BA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76A2644-1DC6-40EB-B18E-B9FA28F85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71032F1-37A6-ECCD-7503-1E3C4CFD9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1604-C9BA-4F53-9E3E-3F981FA45E50}" type="datetimeFigureOut">
              <a:rPr lang="he-IL" smtClean="0"/>
              <a:t>י"ג/חשון/תשפ"ה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6D80670-D4FF-809C-1FB1-659F4B5B5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7F74887-4C99-7DA6-E10D-A655A3335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AD2A-AF83-4E20-8EAF-A14F59FC9A8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07439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21A5E99-861A-CF63-910C-F0B4415F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2D72021-934C-C581-7DEB-69A6B02CC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9492ED7-9AC9-9E94-B443-324459839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1604-C9BA-4F53-9E3E-3F981FA45E50}" type="datetimeFigureOut">
              <a:rPr lang="he-IL" smtClean="0"/>
              <a:t>י"ג/חשון/תשפ"ה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7176E90-50B4-B46B-8B72-039842449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FF1271E-3FEB-D516-ECEE-C5A7DEB52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AD2A-AF83-4E20-8EAF-A14F59FC9A8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412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EAFF4C2-8B7A-8E91-1F8B-B8D62D9292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5D3EA5E-88DE-3F58-1B30-680937AC5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9560660-A090-A577-20E3-B61F8B675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1604-C9BA-4F53-9E3E-3F981FA45E50}" type="datetimeFigureOut">
              <a:rPr lang="he-IL" smtClean="0"/>
              <a:t>י"ג/חשון/תשפ"ה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7ED0C26-010E-20FD-3349-952151EA4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752560E-8125-3F3C-211E-FE1A498D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AD2A-AF83-4E20-8EAF-A14F59FC9A8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166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C40EBAD-A03B-150D-B7DE-837A9E195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9CBD3A6-8E78-9723-362B-B189D62E3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F0DD2B5-F2E2-C5F4-AA3C-9D69EE65B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C11604-C9BA-4F53-9E3E-3F981FA45E50}" type="datetimeFigureOut">
              <a:rPr lang="he-IL" smtClean="0"/>
              <a:t>י"ג/חשון/תשפ"ה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550693E-97B6-DAF4-A720-8F2D7474D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29D2140-57DD-4C98-A45F-0AB1CB092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DAD2A-AF83-4E20-8EAF-A14F59FC9A8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02448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D0636FA-C720-3887-E8C4-CA80EC2AE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דירה לתקופה קצרה 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E814522-E5C6-B3EF-810D-B16E7E59E4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ברחוב סוקולוב </a:t>
            </a:r>
            <a:r>
              <a:rPr lang="he-IL" dirty="0" err="1"/>
              <a:t>קרית</a:t>
            </a:r>
            <a:r>
              <a:rPr lang="he-IL" dirty="0"/>
              <a:t> אתא</a:t>
            </a:r>
          </a:p>
          <a:p>
            <a:r>
              <a:rPr lang="he-IL" dirty="0"/>
              <a:t>קומה שניה</a:t>
            </a:r>
          </a:p>
          <a:p>
            <a:r>
              <a:rPr lang="he-IL" dirty="0"/>
              <a:t>ששה חדרים</a:t>
            </a:r>
          </a:p>
        </p:txBody>
      </p:sp>
      <p:pic>
        <p:nvPicPr>
          <p:cNvPr id="5" name="שיר כי את כל הארץ">
            <a:hlinkClick r:id="" action="ppaction://media"/>
            <a:extLst>
              <a:ext uri="{FF2B5EF4-FFF2-40B4-BE49-F238E27FC236}">
                <a16:creationId xmlns:a16="http://schemas.microsoft.com/office/drawing/2014/main" id="{81DCB7CD-C99A-017D-DF82-2FCEED6349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6025" y="906463"/>
            <a:ext cx="487363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5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20000" numSld="999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WhatsApp Image 2024-11-14 at 14.16.06">
            <a:extLst>
              <a:ext uri="{FF2B5EF4-FFF2-40B4-BE49-F238E27FC236}">
                <a16:creationId xmlns:a16="http://schemas.microsoft.com/office/drawing/2014/main" id="{C08BCA96-D2DA-9AF3-B6B6-A5849FF834E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20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WhatsApp Image 2024-11-14 at 14.16.11 (1)">
            <a:extLst>
              <a:ext uri="{FF2B5EF4-FFF2-40B4-BE49-F238E27FC236}">
                <a16:creationId xmlns:a16="http://schemas.microsoft.com/office/drawing/2014/main" id="{52265633-4488-C6AA-E10F-ADC0DED6769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592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WhatsApp Image 2024-11-14 at 14.16.09 (1)">
            <a:extLst>
              <a:ext uri="{FF2B5EF4-FFF2-40B4-BE49-F238E27FC236}">
                <a16:creationId xmlns:a16="http://schemas.microsoft.com/office/drawing/2014/main" id="{72A153BF-6F35-578E-0B69-FD0E45DAC7F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WhatsApp Image 2024-11-14 at 14.16.07">
            <a:extLst>
              <a:ext uri="{FF2B5EF4-FFF2-40B4-BE49-F238E27FC236}">
                <a16:creationId xmlns:a16="http://schemas.microsoft.com/office/drawing/2014/main" id="{7D2AB097-34D1-3569-FB65-3A0852C74B7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241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WhatsApp Image 2024-11-14 at 14.16.07 (1)">
            <a:extLst>
              <a:ext uri="{FF2B5EF4-FFF2-40B4-BE49-F238E27FC236}">
                <a16:creationId xmlns:a16="http://schemas.microsoft.com/office/drawing/2014/main" id="{1DBF456C-9744-3CC9-E333-F486325EDF2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19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WhatsApp Image 2024-11-14 at 14.16.07 (2)">
            <a:extLst>
              <a:ext uri="{FF2B5EF4-FFF2-40B4-BE49-F238E27FC236}">
                <a16:creationId xmlns:a16="http://schemas.microsoft.com/office/drawing/2014/main" id="{923FCD5A-0F88-C6D2-84C8-96D450AF413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95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WhatsApp Image 2024-11-14 at 14.16.08">
            <a:extLst>
              <a:ext uri="{FF2B5EF4-FFF2-40B4-BE49-F238E27FC236}">
                <a16:creationId xmlns:a16="http://schemas.microsoft.com/office/drawing/2014/main" id="{9DA565E7-6295-1181-0910-DF8EFD51915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00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בתוך מבנה, קיר, בניין, רצפה&#10;&#10;התיאור נוצר באופן אוטומטי">
            <a:extLst>
              <a:ext uri="{FF2B5EF4-FFF2-40B4-BE49-F238E27FC236}">
                <a16:creationId xmlns:a16="http://schemas.microsoft.com/office/drawing/2014/main" id="{B2DAE335-EE8D-2BD2-1BB3-9DA8CE782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187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21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WhatsApp Image 2024-11-14 at 14.16.08 (1)">
            <a:extLst>
              <a:ext uri="{FF2B5EF4-FFF2-40B4-BE49-F238E27FC236}">
                <a16:creationId xmlns:a16="http://schemas.microsoft.com/office/drawing/2014/main" id="{2BE55740-53D9-3189-7C47-E9E3CF6A1DD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725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WhatsApp Image 2024-11-14 at 14.16.08 (2)">
            <a:extLst>
              <a:ext uri="{FF2B5EF4-FFF2-40B4-BE49-F238E27FC236}">
                <a16:creationId xmlns:a16="http://schemas.microsoft.com/office/drawing/2014/main" id="{259DD33D-47A7-F6C0-3C79-F1A1ED0C2A5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881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WhatsApp Image 2024-11-14 at 14.16.10 (2)">
            <a:extLst>
              <a:ext uri="{FF2B5EF4-FFF2-40B4-BE49-F238E27FC236}">
                <a16:creationId xmlns:a16="http://schemas.microsoft.com/office/drawing/2014/main" id="{548755B2-2C59-312F-D1CA-24C7BE7DF7C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06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WhatsApp Image 2024-11-14 at 14.16.08 (3)">
            <a:extLst>
              <a:ext uri="{FF2B5EF4-FFF2-40B4-BE49-F238E27FC236}">
                <a16:creationId xmlns:a16="http://schemas.microsoft.com/office/drawing/2014/main" id="{2B3EA12B-839B-C74A-D8F9-7DF64974EA3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051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WhatsApp Image 2024-11-14 at 14.16.09 (2)">
            <a:extLst>
              <a:ext uri="{FF2B5EF4-FFF2-40B4-BE49-F238E27FC236}">
                <a16:creationId xmlns:a16="http://schemas.microsoft.com/office/drawing/2014/main" id="{ABA0BFEC-C5A4-6624-926A-6DB119FF92A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724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WhatsApp Image 2024-11-14 at 14.16.09">
            <a:extLst>
              <a:ext uri="{FF2B5EF4-FFF2-40B4-BE49-F238E27FC236}">
                <a16:creationId xmlns:a16="http://schemas.microsoft.com/office/drawing/2014/main" id="{F307763D-FDE3-F3D1-D032-02687624B44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45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WhatsApp Image 2024-11-14 at 14.16.10 (1)">
            <a:extLst>
              <a:ext uri="{FF2B5EF4-FFF2-40B4-BE49-F238E27FC236}">
                <a16:creationId xmlns:a16="http://schemas.microsoft.com/office/drawing/2014/main" id="{DBA378D2-8DD9-51A3-A08F-F4C0ECCEC8D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70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WhatsApp Image 2024-11-14 at 14.16.10">
            <a:extLst>
              <a:ext uri="{FF2B5EF4-FFF2-40B4-BE49-F238E27FC236}">
                <a16:creationId xmlns:a16="http://schemas.microsoft.com/office/drawing/2014/main" id="{7A0DCCDA-9117-A13A-F31F-B7D9D633F85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78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WhatsApp Image 2024-11-14 at 14.16.11">
            <a:extLst>
              <a:ext uri="{FF2B5EF4-FFF2-40B4-BE49-F238E27FC236}">
                <a16:creationId xmlns:a16="http://schemas.microsoft.com/office/drawing/2014/main" id="{D18EA21F-2F9B-9856-B623-220A35703AD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6669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11</Words>
  <Application>Microsoft Office PowerPoint</Application>
  <PresentationFormat>מסך רחב</PresentationFormat>
  <Paragraphs>4</Paragraphs>
  <Slides>18</Slides>
  <Notes>0</Notes>
  <HiddenSlides>0</HiddenSlides>
  <MMClips>1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ערכת נושא Office</vt:lpstr>
      <vt:lpstr>דירה לתקופה קצרה 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יהודה טאוב</dc:creator>
  <cp:lastModifiedBy>יהודה טאוב</cp:lastModifiedBy>
  <cp:revision>1</cp:revision>
  <dcterms:created xsi:type="dcterms:W3CDTF">2024-11-14T12:18:00Z</dcterms:created>
  <dcterms:modified xsi:type="dcterms:W3CDTF">2024-11-14T15:36:05Z</dcterms:modified>
</cp:coreProperties>
</file>