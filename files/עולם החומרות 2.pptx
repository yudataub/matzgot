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bookmarkIdSeed="2">
  <p:sldMasterIdLst>
    <p:sldMasterId id="2147483728" r:id="rId1"/>
    <p:sldMasterId id="2147483648" r:id="rId2"/>
    <p:sldMasterId id="2147483660" r:id="rId3"/>
    <p:sldMasterId id="2147483711" r:id="rId4"/>
    <p:sldMasterId id="2147483745" r:id="rId5"/>
  </p:sldMasterIdLst>
  <p:notesMasterIdLst>
    <p:notesMasterId r:id="rId29"/>
  </p:notesMasterIdLst>
  <p:sldIdLst>
    <p:sldId id="256" r:id="rId6"/>
    <p:sldId id="671" r:id="rId7"/>
    <p:sldId id="672" r:id="rId8"/>
    <p:sldId id="673" r:id="rId9"/>
    <p:sldId id="677" r:id="rId10"/>
    <p:sldId id="685" r:id="rId11"/>
    <p:sldId id="686" r:id="rId12"/>
    <p:sldId id="687" r:id="rId13"/>
    <p:sldId id="688" r:id="rId14"/>
    <p:sldId id="689" r:id="rId15"/>
    <p:sldId id="674" r:id="rId16"/>
    <p:sldId id="675" r:id="rId17"/>
    <p:sldId id="676" r:id="rId18"/>
    <p:sldId id="678" r:id="rId19"/>
    <p:sldId id="679" r:id="rId20"/>
    <p:sldId id="680" r:id="rId21"/>
    <p:sldId id="681" r:id="rId22"/>
    <p:sldId id="682" r:id="rId23"/>
    <p:sldId id="683" r:id="rId24"/>
    <p:sldId id="684" r:id="rId25"/>
    <p:sldId id="690" r:id="rId26"/>
    <p:sldId id="691" r:id="rId27"/>
    <p:sldId id="670" r:id="rId28"/>
  </p:sldIdLst>
  <p:sldSz cx="12192000" cy="6858000"/>
  <p:notesSz cx="7104063" cy="10234613"/>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מקטע ברירת מחדל" id="{5FCE5477-A272-4AE2-B873-D2B62B27CBD2}">
          <p14:sldIdLst>
            <p14:sldId id="256"/>
            <p14:sldId id="671"/>
            <p14:sldId id="672"/>
            <p14:sldId id="673"/>
            <p14:sldId id="677"/>
            <p14:sldId id="685"/>
            <p14:sldId id="686"/>
            <p14:sldId id="687"/>
            <p14:sldId id="688"/>
            <p14:sldId id="689"/>
            <p14:sldId id="674"/>
            <p14:sldId id="675"/>
            <p14:sldId id="676"/>
            <p14:sldId id="678"/>
            <p14:sldId id="679"/>
            <p14:sldId id="680"/>
          </p14:sldIdLst>
        </p14:section>
        <p14:section name="עולם הקולות" id="{6C5E3A9A-FF92-4320-A799-6B2E3A932460}">
          <p14:sldIdLst>
            <p14:sldId id="681"/>
            <p14:sldId id="682"/>
            <p14:sldId id="683"/>
            <p14:sldId id="684"/>
            <p14:sldId id="690"/>
            <p14:sldId id="691"/>
            <p14:sldId id="67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C5EAE2-088F-BE02-015C-D9BDFC147D23}" name="יהודה טאוב" initials="י.ט." userId="יהודה טאוב"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013" autoAdjust="0"/>
    <p:restoredTop sz="95726" autoAdjust="0"/>
  </p:normalViewPr>
  <p:slideViewPr>
    <p:cSldViewPr snapToGrid="0">
      <p:cViewPr varScale="1">
        <p:scale>
          <a:sx n="92" d="100"/>
          <a:sy n="92" d="100"/>
        </p:scale>
        <p:origin x="288" y="62"/>
      </p:cViewPr>
      <p:guideLst/>
    </p:cSldViewPr>
  </p:slideViewPr>
  <p:outlineViewPr>
    <p:cViewPr>
      <p:scale>
        <a:sx n="33" d="100"/>
        <a:sy n="33" d="100"/>
      </p:scale>
      <p:origin x="0" y="-24475"/>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34" Type="http://schemas.microsoft.com/office/2018/10/relationships/authors" Targe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4025636" y="0"/>
            <a:ext cx="3078427" cy="513508"/>
          </a:xfrm>
          <a:prstGeom prst="rect">
            <a:avLst/>
          </a:prstGeom>
        </p:spPr>
        <p:txBody>
          <a:bodyPr vert="horz" lIns="99075" tIns="49538" rIns="99075" bIns="49538" rtlCol="1"/>
          <a:lstStyle>
            <a:lvl1pPr algn="r">
              <a:defRPr sz="1300"/>
            </a:lvl1pPr>
          </a:lstStyle>
          <a:p>
            <a:endParaRPr lang="he-IL"/>
          </a:p>
        </p:txBody>
      </p:sp>
      <p:sp>
        <p:nvSpPr>
          <p:cNvPr id="3" name="מציין מיקום של תאריך 2"/>
          <p:cNvSpPr>
            <a:spLocks noGrp="1"/>
          </p:cNvSpPr>
          <p:nvPr>
            <p:ph type="dt" idx="1"/>
          </p:nvPr>
        </p:nvSpPr>
        <p:spPr>
          <a:xfrm>
            <a:off x="1645" y="0"/>
            <a:ext cx="3078427" cy="513508"/>
          </a:xfrm>
          <a:prstGeom prst="rect">
            <a:avLst/>
          </a:prstGeom>
        </p:spPr>
        <p:txBody>
          <a:bodyPr vert="horz" lIns="99075" tIns="49538" rIns="99075" bIns="49538" rtlCol="1"/>
          <a:lstStyle>
            <a:lvl1pPr algn="l">
              <a:defRPr sz="1300"/>
            </a:lvl1pPr>
          </a:lstStyle>
          <a:p>
            <a:fld id="{53696908-CC0D-4DBE-98DC-FF28DB2C93FD}" type="datetimeFigureOut">
              <a:rPr lang="he-IL" smtClean="0"/>
              <a:t>כ"ה/אייר/תשפ"ד</a:t>
            </a:fld>
            <a:endParaRPr lang="he-IL"/>
          </a:p>
        </p:txBody>
      </p:sp>
      <p:sp>
        <p:nvSpPr>
          <p:cNvPr id="4" name="מציין מיקום של תמונת שקופית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1" anchor="ctr"/>
          <a:lstStyle/>
          <a:p>
            <a:endParaRPr lang="he-IL"/>
          </a:p>
        </p:txBody>
      </p:sp>
      <p:sp>
        <p:nvSpPr>
          <p:cNvPr id="5" name="מציין מיקום של הערות 4"/>
          <p:cNvSpPr>
            <a:spLocks noGrp="1"/>
          </p:cNvSpPr>
          <p:nvPr>
            <p:ph type="body" sz="quarter" idx="3"/>
          </p:nvPr>
        </p:nvSpPr>
        <p:spPr>
          <a:xfrm>
            <a:off x="710407" y="4925407"/>
            <a:ext cx="5683250" cy="4029879"/>
          </a:xfrm>
          <a:prstGeom prst="rect">
            <a:avLst/>
          </a:prstGeom>
        </p:spPr>
        <p:txBody>
          <a:bodyPr vert="horz" lIns="99075" tIns="49538" rIns="99075" bIns="49538"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4025636" y="9721107"/>
            <a:ext cx="3078427" cy="513507"/>
          </a:xfrm>
          <a:prstGeom prst="rect">
            <a:avLst/>
          </a:prstGeom>
        </p:spPr>
        <p:txBody>
          <a:bodyPr vert="horz" lIns="99075" tIns="49538" rIns="99075" bIns="49538" rtlCol="1" anchor="b"/>
          <a:lstStyle>
            <a:lvl1pPr algn="r">
              <a:defRPr sz="1300"/>
            </a:lvl1pPr>
          </a:lstStyle>
          <a:p>
            <a:endParaRPr lang="he-IL"/>
          </a:p>
        </p:txBody>
      </p:sp>
      <p:sp>
        <p:nvSpPr>
          <p:cNvPr id="7" name="מציין מיקום של מספר שקופית 6"/>
          <p:cNvSpPr>
            <a:spLocks noGrp="1"/>
          </p:cNvSpPr>
          <p:nvPr>
            <p:ph type="sldNum" sz="quarter" idx="5"/>
          </p:nvPr>
        </p:nvSpPr>
        <p:spPr>
          <a:xfrm>
            <a:off x="1645" y="9721107"/>
            <a:ext cx="3078427" cy="513507"/>
          </a:xfrm>
          <a:prstGeom prst="rect">
            <a:avLst/>
          </a:prstGeom>
        </p:spPr>
        <p:txBody>
          <a:bodyPr vert="horz" lIns="99075" tIns="49538" rIns="99075" bIns="49538" rtlCol="1" anchor="b"/>
          <a:lstStyle>
            <a:lvl1pPr algn="l">
              <a:defRPr sz="1300"/>
            </a:lvl1pPr>
          </a:lstStyle>
          <a:p>
            <a:fld id="{B716F668-B98A-4618-9AE0-3AE55521A9B1}" type="slidenum">
              <a:rPr lang="he-IL" smtClean="0"/>
              <a:t>‹#›</a:t>
            </a:fld>
            <a:endParaRPr lang="he-IL"/>
          </a:p>
        </p:txBody>
      </p:sp>
    </p:spTree>
    <p:extLst>
      <p:ext uri="{BB962C8B-B14F-4D97-AF65-F5344CB8AC3E}">
        <p14:creationId xmlns:p14="http://schemas.microsoft.com/office/powerpoint/2010/main" val="348163401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6090BC6A-861F-4B5D-BFB8-1A71BA180126}"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4347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a:xfrm>
            <a:off x="677333" y="92364"/>
            <a:ext cx="9196339" cy="1366981"/>
          </a:xfrm>
        </p:spPr>
        <p:txBody>
          <a:bodyPr/>
          <a:lstStyle>
            <a:lvl1pPr algn="ctr">
              <a:defRPr/>
            </a:lvl1pPr>
          </a:lstStyle>
          <a:p>
            <a:r>
              <a:rPr lang="he-IL" dirty="0"/>
              <a:t>לחץ כדי לערוך סגנון כותרת של תבנית בסיס</a:t>
            </a:r>
            <a:endParaRPr lang="en-US" dirty="0"/>
          </a:p>
        </p:txBody>
      </p:sp>
      <p:sp>
        <p:nvSpPr>
          <p:cNvPr id="3" name="Content Placeholder 2"/>
          <p:cNvSpPr>
            <a:spLocks noGrp="1"/>
          </p:cNvSpPr>
          <p:nvPr>
            <p:ph idx="1"/>
          </p:nvPr>
        </p:nvSpPr>
        <p:spPr>
          <a:xfrm>
            <a:off x="157018" y="1634837"/>
            <a:ext cx="9698182" cy="5116946"/>
          </a:xfrm>
        </p:spPr>
        <p:txBody>
          <a:body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endParaRPr lang="en-US" dirty="0"/>
          </a:p>
        </p:txBody>
      </p:sp>
      <p:sp>
        <p:nvSpPr>
          <p:cNvPr id="4" name="Date Placeholder 3"/>
          <p:cNvSpPr>
            <a:spLocks noGrp="1"/>
          </p:cNvSpPr>
          <p:nvPr>
            <p:ph type="dt" sz="half" idx="10"/>
          </p:nvPr>
        </p:nvSpPr>
        <p:spPr/>
        <p:txBody>
          <a:bodyPr/>
          <a:lstStyle/>
          <a:p>
            <a:fld id="{F9206947-3488-462B-8BC3-09206CB53249}"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1068422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D294EB35-B236-4E3F-8928-C6A475C463FC}"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39778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0E13AD25-B023-48C2-BD78-0D010D23FAF8}" type="datetime1">
              <a:rPr lang="en-US" smtClean="0"/>
              <a:t>6/2/2024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1063664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e-IL" dirty="0"/>
              <a:t>לחץ כדי לערוך סגנון כותרת של תבנית בסיס</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CAE90A92-5E58-4155-B391-780D35713D2C}" type="datetime1">
              <a:rPr lang="en-US" smtClean="0"/>
              <a:t>6/2/2024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66382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normAutofit/>
          </a:bodyPr>
          <a:lstStyle>
            <a:lvl1pPr>
              <a:defRPr lang="en-US" sz="4000" b="1" kern="1200" dirty="0">
                <a:solidFill>
                  <a:schemeClr val="accent1">
                    <a:lumMod val="75000"/>
                  </a:schemeClr>
                </a:solidFill>
                <a:effectLst>
                  <a:glow rad="520700">
                    <a:schemeClr val="accent6">
                      <a:satMod val="175000"/>
                      <a:alpha val="40000"/>
                    </a:schemeClr>
                  </a:glow>
                </a:effectLst>
                <a:latin typeface="+mj-lt"/>
                <a:ea typeface="+mj-ea"/>
                <a:cs typeface="+mj-cs"/>
              </a:defRPr>
            </a:lvl1pPr>
          </a:lstStyle>
          <a:p>
            <a:r>
              <a:rPr lang="he-IL" dirty="0"/>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0DF56A87-6039-42BD-A5F0-F5A391031D1F}" type="datetime1">
              <a:rPr lang="en-US" smtClean="0"/>
              <a:t>6/2/2024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49059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B6C25A-985E-414E-ACA5-924DEBB395A2}" type="datetime1">
              <a:rPr lang="en-US" smtClean="0"/>
              <a:t>6/2/2024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33044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06B1B3F1-066E-4662-9E3C-EDCE9654367A}" type="datetime1">
              <a:rPr lang="en-US" smtClean="0"/>
              <a:t>6/2/2024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3864447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ED5F192F-68AE-4E32-86A2-1747E239F49F}" type="datetime1">
              <a:rPr lang="en-US" smtClean="0"/>
              <a:t>6/2/2024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71049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DE624B26-F355-4974-9B23-F94DF3B81B21}"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47310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8A293A31-C52F-432F-A7B9-5BDC5EF66FDC}"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007697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26560F6B-7A19-46EF-BD97-BD28A89006E2}"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5808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כרטיס שם עם ציטוט">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54091F12-1533-42CB-B6C4-6B97A8523DA4}"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876080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נכון או לא נכון">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48F79D34-FE56-4DD4-A8F3-04F534943CB8}"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032082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986E8368-43B4-4B91-B111-961839FA92A2}"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13104586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84D6F57D-2B75-4FB0-9F5A-8114A78F654C}"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831096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C11469E-0B9D-C391-ADC5-356D93215C47}"/>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B61D283A-C03E-91E8-E3A2-0D7492DA18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1A70FA75-B182-702E-CF2C-C55BB7D96807}"/>
              </a:ext>
            </a:extLst>
          </p:cNvPr>
          <p:cNvSpPr>
            <a:spLocks noGrp="1"/>
          </p:cNvSpPr>
          <p:nvPr>
            <p:ph type="dt" sz="half" idx="10"/>
          </p:nvPr>
        </p:nvSpPr>
        <p:spPr/>
        <p:txBody>
          <a:bodyPr/>
          <a:lstStyle/>
          <a:p>
            <a:fld id="{3B247C1C-2021-4B23-806C-985B3F845590}" type="datetime1">
              <a:rPr lang="en-US" smtClean="0"/>
              <a:t>6/2/2024</a:t>
            </a:fld>
            <a:endParaRPr lang="he-IL"/>
          </a:p>
        </p:txBody>
      </p:sp>
      <p:sp>
        <p:nvSpPr>
          <p:cNvPr id="5" name="מציין מיקום של כותרת תחתונה 4">
            <a:extLst>
              <a:ext uri="{FF2B5EF4-FFF2-40B4-BE49-F238E27FC236}">
                <a16:creationId xmlns:a16="http://schemas.microsoft.com/office/drawing/2014/main" id="{3718E05D-272D-006F-10B4-8B5EAA97B52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16927E22-0B3F-F169-596E-68063D0B86E4}"/>
              </a:ext>
            </a:extLst>
          </p:cNvPr>
          <p:cNvSpPr>
            <a:spLocks noGrp="1"/>
          </p:cNvSpPr>
          <p:nvPr>
            <p:ph type="sldNum" sz="quarter" idx="12"/>
          </p:nvPr>
        </p:nvSpPr>
        <p:spPr/>
        <p:txBody>
          <a:bodyPr/>
          <a:lstStyle/>
          <a:p>
            <a:fld id="{70CA20A1-E7C3-450A-A92A-ECBF97E20AEA}" type="slidenum">
              <a:rPr lang="he-IL" smtClean="0"/>
              <a:t>‹#›</a:t>
            </a:fld>
            <a:endParaRPr lang="he-IL"/>
          </a:p>
        </p:txBody>
      </p:sp>
    </p:spTree>
    <p:extLst>
      <p:ext uri="{BB962C8B-B14F-4D97-AF65-F5344CB8AC3E}">
        <p14:creationId xmlns:p14="http://schemas.microsoft.com/office/powerpoint/2010/main" val="26787283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432164B-D9D3-6ECD-1961-3C3A57CF3857}"/>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E1B8E19C-089C-6E4D-C920-A94DC77B129E}"/>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596C6DD6-F22C-A3E7-6242-F5A6BA632C1B}"/>
              </a:ext>
            </a:extLst>
          </p:cNvPr>
          <p:cNvSpPr>
            <a:spLocks noGrp="1"/>
          </p:cNvSpPr>
          <p:nvPr>
            <p:ph type="dt" sz="half" idx="10"/>
          </p:nvPr>
        </p:nvSpPr>
        <p:spPr/>
        <p:txBody>
          <a:bodyPr/>
          <a:lstStyle/>
          <a:p>
            <a:fld id="{D0FDEFD5-F20E-495B-B5E3-5B81377C6BA2}" type="datetime1">
              <a:rPr lang="en-US" smtClean="0"/>
              <a:t>6/2/2024</a:t>
            </a:fld>
            <a:endParaRPr lang="he-IL"/>
          </a:p>
        </p:txBody>
      </p:sp>
      <p:sp>
        <p:nvSpPr>
          <p:cNvPr id="5" name="מציין מיקום של כותרת תחתונה 4">
            <a:extLst>
              <a:ext uri="{FF2B5EF4-FFF2-40B4-BE49-F238E27FC236}">
                <a16:creationId xmlns:a16="http://schemas.microsoft.com/office/drawing/2014/main" id="{8C69302A-05F8-A953-B962-3D67FCE8891F}"/>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D4C6354-816D-E58C-9A79-F21431AA9F84}"/>
              </a:ext>
            </a:extLst>
          </p:cNvPr>
          <p:cNvSpPr>
            <a:spLocks noGrp="1"/>
          </p:cNvSpPr>
          <p:nvPr>
            <p:ph type="sldNum" sz="quarter" idx="12"/>
          </p:nvPr>
        </p:nvSpPr>
        <p:spPr/>
        <p:txBody>
          <a:bodyPr/>
          <a:lstStyle/>
          <a:p>
            <a:fld id="{70CA20A1-E7C3-450A-A92A-ECBF97E20AEA}" type="slidenum">
              <a:rPr lang="he-IL" smtClean="0"/>
              <a:t>‹#›</a:t>
            </a:fld>
            <a:endParaRPr lang="he-IL"/>
          </a:p>
        </p:txBody>
      </p:sp>
    </p:spTree>
    <p:extLst>
      <p:ext uri="{BB962C8B-B14F-4D97-AF65-F5344CB8AC3E}">
        <p14:creationId xmlns:p14="http://schemas.microsoft.com/office/powerpoint/2010/main" val="31959683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E868606-5848-0F81-B52E-AB66D7612FB3}"/>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F36061B4-1713-D0A1-5D10-FCD5922378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4B7CC049-49F6-EB0D-9959-18EC25C87C96}"/>
              </a:ext>
            </a:extLst>
          </p:cNvPr>
          <p:cNvSpPr>
            <a:spLocks noGrp="1"/>
          </p:cNvSpPr>
          <p:nvPr>
            <p:ph type="dt" sz="half" idx="10"/>
          </p:nvPr>
        </p:nvSpPr>
        <p:spPr/>
        <p:txBody>
          <a:bodyPr/>
          <a:lstStyle/>
          <a:p>
            <a:fld id="{F8CC5053-0EA9-4CC7-BD15-41B06FA6B110}" type="datetime1">
              <a:rPr lang="en-US" smtClean="0"/>
              <a:t>6/2/2024</a:t>
            </a:fld>
            <a:endParaRPr lang="he-IL"/>
          </a:p>
        </p:txBody>
      </p:sp>
      <p:sp>
        <p:nvSpPr>
          <p:cNvPr id="5" name="מציין מיקום של כותרת תחתונה 4">
            <a:extLst>
              <a:ext uri="{FF2B5EF4-FFF2-40B4-BE49-F238E27FC236}">
                <a16:creationId xmlns:a16="http://schemas.microsoft.com/office/drawing/2014/main" id="{A0C39FE3-4017-CE27-9FF6-AB3783334023}"/>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A4A8C3D-7499-EBEF-5CD2-4979FCEF5953}"/>
              </a:ext>
            </a:extLst>
          </p:cNvPr>
          <p:cNvSpPr>
            <a:spLocks noGrp="1"/>
          </p:cNvSpPr>
          <p:nvPr>
            <p:ph type="sldNum" sz="quarter" idx="12"/>
          </p:nvPr>
        </p:nvSpPr>
        <p:spPr/>
        <p:txBody>
          <a:bodyPr/>
          <a:lstStyle/>
          <a:p>
            <a:fld id="{70CA20A1-E7C3-450A-A92A-ECBF97E20AEA}" type="slidenum">
              <a:rPr lang="he-IL" smtClean="0"/>
              <a:t>‹#›</a:t>
            </a:fld>
            <a:endParaRPr lang="he-IL"/>
          </a:p>
        </p:txBody>
      </p:sp>
    </p:spTree>
    <p:extLst>
      <p:ext uri="{BB962C8B-B14F-4D97-AF65-F5344CB8AC3E}">
        <p14:creationId xmlns:p14="http://schemas.microsoft.com/office/powerpoint/2010/main" val="34812931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AFA5F8-4379-5FD4-FAE8-FB0E15C3B006}"/>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1C61B3B4-C0CB-1F6E-2546-4294420EF106}"/>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EC3CD186-5C93-49CF-4804-C8F1DEFD2C0F}"/>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11B4BE78-4C1C-9685-08A3-B2180BEDF1AA}"/>
              </a:ext>
            </a:extLst>
          </p:cNvPr>
          <p:cNvSpPr>
            <a:spLocks noGrp="1"/>
          </p:cNvSpPr>
          <p:nvPr>
            <p:ph type="dt" sz="half" idx="10"/>
          </p:nvPr>
        </p:nvSpPr>
        <p:spPr/>
        <p:txBody>
          <a:bodyPr/>
          <a:lstStyle/>
          <a:p>
            <a:fld id="{894899B6-D91B-4EC9-B0AD-3E3B69D5A335}" type="datetime1">
              <a:rPr lang="en-US" smtClean="0"/>
              <a:t>6/2/2024</a:t>
            </a:fld>
            <a:endParaRPr lang="he-IL"/>
          </a:p>
        </p:txBody>
      </p:sp>
      <p:sp>
        <p:nvSpPr>
          <p:cNvPr id="6" name="מציין מיקום של כותרת תחתונה 5">
            <a:extLst>
              <a:ext uri="{FF2B5EF4-FFF2-40B4-BE49-F238E27FC236}">
                <a16:creationId xmlns:a16="http://schemas.microsoft.com/office/drawing/2014/main" id="{0B87F7FC-9F7F-B9FC-0255-10720DE28E77}"/>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24EB1F99-4514-1A82-0952-9712FD3B0160}"/>
              </a:ext>
            </a:extLst>
          </p:cNvPr>
          <p:cNvSpPr>
            <a:spLocks noGrp="1"/>
          </p:cNvSpPr>
          <p:nvPr>
            <p:ph type="sldNum" sz="quarter" idx="12"/>
          </p:nvPr>
        </p:nvSpPr>
        <p:spPr/>
        <p:txBody>
          <a:bodyPr/>
          <a:lstStyle/>
          <a:p>
            <a:fld id="{70CA20A1-E7C3-450A-A92A-ECBF97E20AEA}" type="slidenum">
              <a:rPr lang="he-IL" smtClean="0"/>
              <a:t>‹#›</a:t>
            </a:fld>
            <a:endParaRPr lang="he-IL"/>
          </a:p>
        </p:txBody>
      </p:sp>
    </p:spTree>
    <p:extLst>
      <p:ext uri="{BB962C8B-B14F-4D97-AF65-F5344CB8AC3E}">
        <p14:creationId xmlns:p14="http://schemas.microsoft.com/office/powerpoint/2010/main" val="30971907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0D7C88F-0547-5527-8536-A5500E58BCC8}"/>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CF84230A-02F5-1D34-C374-39B8FB09E4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8B51B194-4A57-97F7-C657-AA6D4729E3C6}"/>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17B71B69-A666-B1DA-98BF-32FFD03E6D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543D2BB1-D892-B4A9-735D-A2E425E47368}"/>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E6E079B2-A8A0-F3CB-61FC-E43A7805715B}"/>
              </a:ext>
            </a:extLst>
          </p:cNvPr>
          <p:cNvSpPr>
            <a:spLocks noGrp="1"/>
          </p:cNvSpPr>
          <p:nvPr>
            <p:ph type="dt" sz="half" idx="10"/>
          </p:nvPr>
        </p:nvSpPr>
        <p:spPr/>
        <p:txBody>
          <a:bodyPr/>
          <a:lstStyle/>
          <a:p>
            <a:fld id="{2F13C009-0E8D-468F-97B5-7F7B5156EC9E}" type="datetime1">
              <a:rPr lang="en-US" smtClean="0"/>
              <a:t>6/2/2024</a:t>
            </a:fld>
            <a:endParaRPr lang="he-IL"/>
          </a:p>
        </p:txBody>
      </p:sp>
      <p:sp>
        <p:nvSpPr>
          <p:cNvPr id="8" name="מציין מיקום של כותרת תחתונה 7">
            <a:extLst>
              <a:ext uri="{FF2B5EF4-FFF2-40B4-BE49-F238E27FC236}">
                <a16:creationId xmlns:a16="http://schemas.microsoft.com/office/drawing/2014/main" id="{03EE9D25-DF77-3B12-68BB-2D795B9FBD6C}"/>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792983B7-54B1-5A54-DF9E-DF87FF5F8538}"/>
              </a:ext>
            </a:extLst>
          </p:cNvPr>
          <p:cNvSpPr>
            <a:spLocks noGrp="1"/>
          </p:cNvSpPr>
          <p:nvPr>
            <p:ph type="sldNum" sz="quarter" idx="12"/>
          </p:nvPr>
        </p:nvSpPr>
        <p:spPr/>
        <p:txBody>
          <a:bodyPr/>
          <a:lstStyle/>
          <a:p>
            <a:fld id="{70CA20A1-E7C3-450A-A92A-ECBF97E20AEA}" type="slidenum">
              <a:rPr lang="he-IL" smtClean="0"/>
              <a:t>‹#›</a:t>
            </a:fld>
            <a:endParaRPr lang="he-IL"/>
          </a:p>
        </p:txBody>
      </p:sp>
    </p:spTree>
    <p:extLst>
      <p:ext uri="{BB962C8B-B14F-4D97-AF65-F5344CB8AC3E}">
        <p14:creationId xmlns:p14="http://schemas.microsoft.com/office/powerpoint/2010/main" val="6745377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D3000BB-F139-34AD-A9AC-A3A84CBC9A9E}"/>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56336238-D7B9-D3A7-5BAE-BBB8AC97B4DE}"/>
              </a:ext>
            </a:extLst>
          </p:cNvPr>
          <p:cNvSpPr>
            <a:spLocks noGrp="1"/>
          </p:cNvSpPr>
          <p:nvPr>
            <p:ph type="dt" sz="half" idx="10"/>
          </p:nvPr>
        </p:nvSpPr>
        <p:spPr/>
        <p:txBody>
          <a:bodyPr/>
          <a:lstStyle/>
          <a:p>
            <a:fld id="{206CF42C-DC9D-4D08-873F-60B66C2E0BA6}" type="datetime1">
              <a:rPr lang="en-US" smtClean="0"/>
              <a:t>6/2/2024</a:t>
            </a:fld>
            <a:endParaRPr lang="he-IL"/>
          </a:p>
        </p:txBody>
      </p:sp>
      <p:sp>
        <p:nvSpPr>
          <p:cNvPr id="4" name="מציין מיקום של כותרת תחתונה 3">
            <a:extLst>
              <a:ext uri="{FF2B5EF4-FFF2-40B4-BE49-F238E27FC236}">
                <a16:creationId xmlns:a16="http://schemas.microsoft.com/office/drawing/2014/main" id="{7694EBBA-1905-117C-4FFB-1B86F61C4F02}"/>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82F78732-1767-F2D9-66E1-C0008BE1A0C9}"/>
              </a:ext>
            </a:extLst>
          </p:cNvPr>
          <p:cNvSpPr>
            <a:spLocks noGrp="1"/>
          </p:cNvSpPr>
          <p:nvPr>
            <p:ph type="sldNum" sz="quarter" idx="12"/>
          </p:nvPr>
        </p:nvSpPr>
        <p:spPr/>
        <p:txBody>
          <a:bodyPr/>
          <a:lstStyle/>
          <a:p>
            <a:fld id="{70CA20A1-E7C3-450A-A92A-ECBF97E20AEA}" type="slidenum">
              <a:rPr lang="he-IL" smtClean="0"/>
              <a:t>‹#›</a:t>
            </a:fld>
            <a:endParaRPr lang="he-IL"/>
          </a:p>
        </p:txBody>
      </p:sp>
    </p:spTree>
    <p:extLst>
      <p:ext uri="{BB962C8B-B14F-4D97-AF65-F5344CB8AC3E}">
        <p14:creationId xmlns:p14="http://schemas.microsoft.com/office/powerpoint/2010/main" val="38021491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5927657B-403E-4F3F-D5A2-1ACB1729B41E}"/>
              </a:ext>
            </a:extLst>
          </p:cNvPr>
          <p:cNvSpPr>
            <a:spLocks noGrp="1"/>
          </p:cNvSpPr>
          <p:nvPr>
            <p:ph type="dt" sz="half" idx="10"/>
          </p:nvPr>
        </p:nvSpPr>
        <p:spPr/>
        <p:txBody>
          <a:bodyPr/>
          <a:lstStyle/>
          <a:p>
            <a:fld id="{1F554B54-34DA-4981-B1DB-5A744A0FAF55}" type="datetime1">
              <a:rPr lang="en-US" smtClean="0"/>
              <a:t>6/2/2024</a:t>
            </a:fld>
            <a:endParaRPr lang="he-IL"/>
          </a:p>
        </p:txBody>
      </p:sp>
      <p:sp>
        <p:nvSpPr>
          <p:cNvPr id="3" name="מציין מיקום של כותרת תחתונה 2">
            <a:extLst>
              <a:ext uri="{FF2B5EF4-FFF2-40B4-BE49-F238E27FC236}">
                <a16:creationId xmlns:a16="http://schemas.microsoft.com/office/drawing/2014/main" id="{5E2B8DDB-FC2E-AF18-6FA5-29B75D96974E}"/>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B12832E7-1A21-BB3A-BCC7-98D43B8E445D}"/>
              </a:ext>
            </a:extLst>
          </p:cNvPr>
          <p:cNvSpPr>
            <a:spLocks noGrp="1"/>
          </p:cNvSpPr>
          <p:nvPr>
            <p:ph type="sldNum" sz="quarter" idx="12"/>
          </p:nvPr>
        </p:nvSpPr>
        <p:spPr/>
        <p:txBody>
          <a:bodyPr/>
          <a:lstStyle/>
          <a:p>
            <a:fld id="{70CA20A1-E7C3-450A-A92A-ECBF97E20AEA}" type="slidenum">
              <a:rPr lang="he-IL" smtClean="0"/>
              <a:t>‹#›</a:t>
            </a:fld>
            <a:endParaRPr lang="he-IL"/>
          </a:p>
        </p:txBody>
      </p:sp>
    </p:spTree>
    <p:extLst>
      <p:ext uri="{BB962C8B-B14F-4D97-AF65-F5344CB8AC3E}">
        <p14:creationId xmlns:p14="http://schemas.microsoft.com/office/powerpoint/2010/main" val="3303389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8C728A-F05A-DDD1-D146-DD98ADCCE9B3}"/>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48DCAE8B-7895-E007-086D-D61C27886A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4E9E5849-385A-7D02-F562-64C7779656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1A022BCE-8614-CEBC-595C-927346920718}"/>
              </a:ext>
            </a:extLst>
          </p:cNvPr>
          <p:cNvSpPr>
            <a:spLocks noGrp="1"/>
          </p:cNvSpPr>
          <p:nvPr>
            <p:ph type="dt" sz="half" idx="10"/>
          </p:nvPr>
        </p:nvSpPr>
        <p:spPr/>
        <p:txBody>
          <a:bodyPr/>
          <a:lstStyle/>
          <a:p>
            <a:fld id="{848D723C-1D2B-4D9A-B420-F6F8F5B7E6B3}" type="datetime1">
              <a:rPr lang="en-US" smtClean="0"/>
              <a:t>6/2/2024</a:t>
            </a:fld>
            <a:endParaRPr lang="he-IL"/>
          </a:p>
        </p:txBody>
      </p:sp>
      <p:sp>
        <p:nvSpPr>
          <p:cNvPr id="6" name="מציין מיקום של כותרת תחתונה 5">
            <a:extLst>
              <a:ext uri="{FF2B5EF4-FFF2-40B4-BE49-F238E27FC236}">
                <a16:creationId xmlns:a16="http://schemas.microsoft.com/office/drawing/2014/main" id="{40031E75-56CD-0C45-1262-E80BF5241520}"/>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E8E9F45-1864-4D90-C7ED-AD0AF5C6EAAC}"/>
              </a:ext>
            </a:extLst>
          </p:cNvPr>
          <p:cNvSpPr>
            <a:spLocks noGrp="1"/>
          </p:cNvSpPr>
          <p:nvPr>
            <p:ph type="sldNum" sz="quarter" idx="12"/>
          </p:nvPr>
        </p:nvSpPr>
        <p:spPr/>
        <p:txBody>
          <a:bodyPr/>
          <a:lstStyle/>
          <a:p>
            <a:fld id="{70CA20A1-E7C3-450A-A92A-ECBF97E20AEA}" type="slidenum">
              <a:rPr lang="he-IL" smtClean="0"/>
              <a:t>‹#›</a:t>
            </a:fld>
            <a:endParaRPr lang="he-IL"/>
          </a:p>
        </p:txBody>
      </p:sp>
    </p:spTree>
    <p:extLst>
      <p:ext uri="{BB962C8B-B14F-4D97-AF65-F5344CB8AC3E}">
        <p14:creationId xmlns:p14="http://schemas.microsoft.com/office/powerpoint/2010/main" val="39356258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1BCEE51-CB55-DEAA-1E26-6C956B56307E}"/>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6D96F67C-1368-CCBB-A1C0-60894F503C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BA525592-4871-6090-CD78-E6B3827A6E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060C4293-93B8-F7FC-EE0A-4CFE825400CE}"/>
              </a:ext>
            </a:extLst>
          </p:cNvPr>
          <p:cNvSpPr>
            <a:spLocks noGrp="1"/>
          </p:cNvSpPr>
          <p:nvPr>
            <p:ph type="dt" sz="half" idx="10"/>
          </p:nvPr>
        </p:nvSpPr>
        <p:spPr/>
        <p:txBody>
          <a:bodyPr/>
          <a:lstStyle/>
          <a:p>
            <a:fld id="{32C433D2-24E7-4E92-BF29-EA2CD3585625}" type="datetime1">
              <a:rPr lang="en-US" smtClean="0"/>
              <a:t>6/2/2024</a:t>
            </a:fld>
            <a:endParaRPr lang="he-IL"/>
          </a:p>
        </p:txBody>
      </p:sp>
      <p:sp>
        <p:nvSpPr>
          <p:cNvPr id="6" name="מציין מיקום של כותרת תחתונה 5">
            <a:extLst>
              <a:ext uri="{FF2B5EF4-FFF2-40B4-BE49-F238E27FC236}">
                <a16:creationId xmlns:a16="http://schemas.microsoft.com/office/drawing/2014/main" id="{873B907F-AB41-EA1A-67FB-72353088975D}"/>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AFDC2BEF-4C03-518D-6B58-6B74917FFFFC}"/>
              </a:ext>
            </a:extLst>
          </p:cNvPr>
          <p:cNvSpPr>
            <a:spLocks noGrp="1"/>
          </p:cNvSpPr>
          <p:nvPr>
            <p:ph type="sldNum" sz="quarter" idx="12"/>
          </p:nvPr>
        </p:nvSpPr>
        <p:spPr/>
        <p:txBody>
          <a:bodyPr/>
          <a:lstStyle/>
          <a:p>
            <a:fld id="{70CA20A1-E7C3-450A-A92A-ECBF97E20AEA}" type="slidenum">
              <a:rPr lang="he-IL" smtClean="0"/>
              <a:t>‹#›</a:t>
            </a:fld>
            <a:endParaRPr lang="he-IL"/>
          </a:p>
        </p:txBody>
      </p:sp>
    </p:spTree>
    <p:extLst>
      <p:ext uri="{BB962C8B-B14F-4D97-AF65-F5344CB8AC3E}">
        <p14:creationId xmlns:p14="http://schemas.microsoft.com/office/powerpoint/2010/main" val="42869486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9F8437E-A8C0-7DA6-C01F-5FC8C1767749}"/>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D90125D7-9739-0D3D-0B9D-F5E27E69372A}"/>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26634518-6836-6478-4142-B7D73BD5DE72}"/>
              </a:ext>
            </a:extLst>
          </p:cNvPr>
          <p:cNvSpPr>
            <a:spLocks noGrp="1"/>
          </p:cNvSpPr>
          <p:nvPr>
            <p:ph type="dt" sz="half" idx="10"/>
          </p:nvPr>
        </p:nvSpPr>
        <p:spPr/>
        <p:txBody>
          <a:bodyPr/>
          <a:lstStyle/>
          <a:p>
            <a:fld id="{B2139634-CAF6-454B-A5F6-0A3E0C2C14ED}" type="datetime1">
              <a:rPr lang="en-US" smtClean="0"/>
              <a:t>6/2/2024</a:t>
            </a:fld>
            <a:endParaRPr lang="he-IL"/>
          </a:p>
        </p:txBody>
      </p:sp>
      <p:sp>
        <p:nvSpPr>
          <p:cNvPr id="5" name="מציין מיקום של כותרת תחתונה 4">
            <a:extLst>
              <a:ext uri="{FF2B5EF4-FFF2-40B4-BE49-F238E27FC236}">
                <a16:creationId xmlns:a16="http://schemas.microsoft.com/office/drawing/2014/main" id="{6EA62F5A-48F4-80BA-1E4D-2FAC9E1B63CA}"/>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97646FC-5195-FA13-2F5C-15DFAFA043A9}"/>
              </a:ext>
            </a:extLst>
          </p:cNvPr>
          <p:cNvSpPr>
            <a:spLocks noGrp="1"/>
          </p:cNvSpPr>
          <p:nvPr>
            <p:ph type="sldNum" sz="quarter" idx="12"/>
          </p:nvPr>
        </p:nvSpPr>
        <p:spPr/>
        <p:txBody>
          <a:bodyPr/>
          <a:lstStyle/>
          <a:p>
            <a:fld id="{70CA20A1-E7C3-450A-A92A-ECBF97E20AEA}" type="slidenum">
              <a:rPr lang="he-IL" smtClean="0"/>
              <a:t>‹#›</a:t>
            </a:fld>
            <a:endParaRPr lang="he-IL"/>
          </a:p>
        </p:txBody>
      </p:sp>
    </p:spTree>
    <p:extLst>
      <p:ext uri="{BB962C8B-B14F-4D97-AF65-F5344CB8AC3E}">
        <p14:creationId xmlns:p14="http://schemas.microsoft.com/office/powerpoint/2010/main" val="9164738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3EF45CAB-F659-EF49-307F-09EF5867664B}"/>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AB4C199D-4D72-7099-86FA-FE8DABBA6EDE}"/>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8E048242-683A-FC31-644B-01702B58CACE}"/>
              </a:ext>
            </a:extLst>
          </p:cNvPr>
          <p:cNvSpPr>
            <a:spLocks noGrp="1"/>
          </p:cNvSpPr>
          <p:nvPr>
            <p:ph type="dt" sz="half" idx="10"/>
          </p:nvPr>
        </p:nvSpPr>
        <p:spPr/>
        <p:txBody>
          <a:bodyPr/>
          <a:lstStyle/>
          <a:p>
            <a:fld id="{55BAC3A5-A0E5-419C-A709-726CE2975690}" type="datetime1">
              <a:rPr lang="en-US" smtClean="0"/>
              <a:t>6/2/2024</a:t>
            </a:fld>
            <a:endParaRPr lang="he-IL"/>
          </a:p>
        </p:txBody>
      </p:sp>
      <p:sp>
        <p:nvSpPr>
          <p:cNvPr id="5" name="מציין מיקום של כותרת תחתונה 4">
            <a:extLst>
              <a:ext uri="{FF2B5EF4-FFF2-40B4-BE49-F238E27FC236}">
                <a16:creationId xmlns:a16="http://schemas.microsoft.com/office/drawing/2014/main" id="{EE2B53F6-98A0-73E6-6EAA-5919A8D108A9}"/>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4D11059-A898-694C-D876-81757C72BC76}"/>
              </a:ext>
            </a:extLst>
          </p:cNvPr>
          <p:cNvSpPr>
            <a:spLocks noGrp="1"/>
          </p:cNvSpPr>
          <p:nvPr>
            <p:ph type="sldNum" sz="quarter" idx="12"/>
          </p:nvPr>
        </p:nvSpPr>
        <p:spPr/>
        <p:txBody>
          <a:bodyPr/>
          <a:lstStyle/>
          <a:p>
            <a:fld id="{70CA20A1-E7C3-450A-A92A-ECBF97E20AEA}" type="slidenum">
              <a:rPr lang="he-IL" smtClean="0"/>
              <a:t>‹#›</a:t>
            </a:fld>
            <a:endParaRPr lang="he-IL"/>
          </a:p>
        </p:txBody>
      </p:sp>
    </p:spTree>
    <p:extLst>
      <p:ext uri="{BB962C8B-B14F-4D97-AF65-F5344CB8AC3E}">
        <p14:creationId xmlns:p14="http://schemas.microsoft.com/office/powerpoint/2010/main" val="19261338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5E478C5F-7D85-43B2-8321-40D812FCEF32}"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511890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a:xfrm>
            <a:off x="677333" y="0"/>
            <a:ext cx="9556557" cy="905164"/>
          </a:xfrm>
        </p:spPr>
        <p:txBody>
          <a:bodyPr/>
          <a:lstStyle>
            <a:lvl1pPr algn="ctr">
              <a:defRPr/>
            </a:lvl1pPr>
          </a:lstStyle>
          <a:p>
            <a:r>
              <a:rPr lang="he-IL" dirty="0"/>
              <a:t>לחץ כדי לערוך סגנון כותרת של תבנית בסיס</a:t>
            </a:r>
            <a:endParaRPr lang="en-US" dirty="0"/>
          </a:p>
        </p:txBody>
      </p:sp>
      <p:sp>
        <p:nvSpPr>
          <p:cNvPr id="3" name="Content Placeholder 2"/>
          <p:cNvSpPr>
            <a:spLocks noGrp="1"/>
          </p:cNvSpPr>
          <p:nvPr>
            <p:ph idx="1"/>
          </p:nvPr>
        </p:nvSpPr>
        <p:spPr>
          <a:xfrm>
            <a:off x="157017" y="942109"/>
            <a:ext cx="10132291" cy="5915891"/>
          </a:xfrm>
        </p:spPr>
        <p:txBody>
          <a:bodyPr/>
          <a:lstStyle>
            <a:lvl1pPr>
              <a:defRPr b="1"/>
            </a:lvl1p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endParaRPr lang="en-US" dirty="0"/>
          </a:p>
        </p:txBody>
      </p:sp>
      <p:sp>
        <p:nvSpPr>
          <p:cNvPr id="4" name="Date Placeholder 3"/>
          <p:cNvSpPr>
            <a:spLocks noGrp="1"/>
          </p:cNvSpPr>
          <p:nvPr>
            <p:ph type="dt" sz="half" idx="10"/>
          </p:nvPr>
        </p:nvSpPr>
        <p:spPr/>
        <p:txBody>
          <a:bodyPr/>
          <a:lstStyle/>
          <a:p>
            <a:fld id="{DB174E98-50DB-43A2-BDC1-3CF1DD81D0D4}"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32689694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CBC67544-A500-4E8F-BAAC-51BB6AA2F7E7}"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066308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C139605C-9FB7-42F7-96E3-3AA76B6C3CB5}" type="datetime1">
              <a:rPr lang="en-US" smtClean="0"/>
              <a:t>6/2/2024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31999620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e-IL" dirty="0"/>
              <a:t>לחץ כדי לערוך סגנון כותרת של תבנית בסיס</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C28E2F49-6304-4A8D-831E-47B1F5044111}" type="datetime1">
              <a:rPr lang="en-US" smtClean="0"/>
              <a:t>6/2/2024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802604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normAutofit/>
          </a:bodyPr>
          <a:lstStyle>
            <a:lvl1pPr>
              <a:defRPr lang="en-US" sz="4000" b="1" kern="1200" dirty="0">
                <a:solidFill>
                  <a:schemeClr val="accent1">
                    <a:lumMod val="75000"/>
                  </a:schemeClr>
                </a:solidFill>
                <a:effectLst>
                  <a:glow rad="520700">
                    <a:schemeClr val="accent6">
                      <a:satMod val="175000"/>
                      <a:alpha val="40000"/>
                    </a:schemeClr>
                  </a:glow>
                </a:effectLst>
                <a:latin typeface="+mj-lt"/>
                <a:ea typeface="+mj-ea"/>
                <a:cs typeface="+mj-cs"/>
              </a:defRPr>
            </a:lvl1pPr>
          </a:lstStyle>
          <a:p>
            <a:r>
              <a:rPr lang="he-IL" dirty="0"/>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C86DC07E-B2BD-4ABB-8388-CA8E2C324679}" type="datetime1">
              <a:rPr lang="en-US" smtClean="0"/>
              <a:t>6/2/2024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805113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F9B581-265B-4A18-9254-B39E06641D14}" type="datetime1">
              <a:rPr lang="en-US" smtClean="0"/>
              <a:t>6/2/2024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76213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7C4951A1-B50C-4CDA-872A-DBC6A655C511}" type="datetime1">
              <a:rPr lang="en-US" smtClean="0"/>
              <a:t>6/2/2024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362050387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BF4D09D4-FFAD-4E0F-983D-5BB5A87D1932}" type="datetime1">
              <a:rPr lang="en-US" smtClean="0"/>
              <a:t>6/2/2024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996183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8B27506B-30E3-4E2C-8FE1-54DECA2B2646}"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167479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02D1347E-1077-4C9C-B2E1-D37513F56420}"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450061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88EC1C6F-BC3D-46BA-9FE6-C6C68A845FF0}"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7692351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כרטיס שם עם ציטוט">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25E56198-434F-4CE4-A28F-F2A7562FC1CC}"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6768294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נכון או לא נכון">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CA75F20F-65BD-40D3-B4D6-D682CBCD2C4F}"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2005064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76C097C7-7809-4CF9-AD3C-FD803FCF1802}"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42270323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366159A5-2041-4DD9-BE69-D1C719121036}"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151028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C6FE4DCE-FC9E-4F39-B09B-5503023D7717}"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046340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29A0A7B5-9872-4D8A-8EA6-F6DEB07F2A1F}"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218374274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6D123FCB-38C6-4AB2-AB45-18D003BF6189}"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155257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C115E851-C0FC-42AB-8560-CB37E5A4CDD5}" type="datetime1">
              <a:rPr lang="en-US" smtClean="0"/>
              <a:t>6/2/2024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473968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e-IL" dirty="0"/>
              <a:t>לחץ כדי לערוך סגנון כותרת של תבנית בסיס</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ED8898F9-0F45-4DA8-800A-BB495D76C635}" type="datetime1">
              <a:rPr lang="en-US" smtClean="0"/>
              <a:t>6/2/2024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4921653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normAutofit/>
          </a:bodyPr>
          <a:lstStyle>
            <a:lvl1pPr>
              <a:defRPr lang="en-US" sz="4000" b="1" kern="1200" dirty="0">
                <a:solidFill>
                  <a:schemeClr val="accent1">
                    <a:lumMod val="75000"/>
                  </a:schemeClr>
                </a:solidFill>
                <a:effectLst>
                  <a:glow rad="520700">
                    <a:schemeClr val="accent6">
                      <a:satMod val="175000"/>
                      <a:alpha val="40000"/>
                    </a:schemeClr>
                  </a:glow>
                </a:effectLst>
                <a:latin typeface="+mj-lt"/>
                <a:ea typeface="+mj-ea"/>
                <a:cs typeface="+mj-cs"/>
              </a:defRPr>
            </a:lvl1pPr>
          </a:lstStyle>
          <a:p>
            <a:r>
              <a:rPr lang="he-IL" dirty="0"/>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0F540072-44B1-4868-8B14-79275345688D}" type="datetime1">
              <a:rPr lang="en-US" smtClean="0"/>
              <a:t>6/2/2024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5037533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8F1D7B-0052-46A6-88CA-9C0D4EBD3DEA}" type="datetime1">
              <a:rPr lang="en-US" smtClean="0"/>
              <a:t>6/2/2024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344687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E7E542FA-95DE-48A2-9D6B-C4E0B8D7AD04}" type="datetime1">
              <a:rPr lang="en-US" smtClean="0"/>
              <a:t>6/2/2024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164337024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CB4F6799-0909-46C7-A6E1-70E24C8DD0D8}" type="datetime1">
              <a:rPr lang="en-US" smtClean="0"/>
              <a:t>6/2/2024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973224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7FDD55B2-F5F9-413A-8547-7E578903A918}"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1255417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09268DF9-79AF-4F77-BDF2-C1389A780D92}"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839538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5D43A3CA-E95C-4500-95E4-46900DBA5C93}"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5460530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כרטיס שם עם ציטוט">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A4FA1F3C-7A90-4C8A-B4CF-3C1F06B4C015}"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989421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נכון או לא נכון">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7CD27C96-CA02-4EAD-9E29-6E6AFCBE8A40}"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6628739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08AD9499-B8CD-42EF-84AE-18776F6680F8}"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306148721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B9D1F458-0B7E-47EF-B8C1-98F94E4C5E8B}"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2137046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9EFF41A3-0E2D-4CD6-8E23-DC7D1E3CFB4A}"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2586832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308CC76B-104F-4F1B-9A2A-574AE815012D}"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119695759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85557C10-E354-4CB5-9311-BD03FD409E3F}"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9582027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B4987A84-36A1-4FCB-ADA0-482FF81C021A}" type="datetime1">
              <a:rPr lang="en-US" smtClean="0"/>
              <a:t>6/2/2024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120350252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e-IL" dirty="0"/>
              <a:t>לחץ כדי לערוך סגנון כותרת של תבנית בסיס</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246118EA-D3CA-4345-B468-FA805A9E561E}" type="datetime1">
              <a:rPr lang="en-US" smtClean="0"/>
              <a:t>6/2/2024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7452210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normAutofit/>
          </a:bodyPr>
          <a:lstStyle>
            <a:lvl1pPr>
              <a:defRPr lang="en-US" sz="4000" b="1" kern="1200" dirty="0">
                <a:solidFill>
                  <a:schemeClr val="accent1">
                    <a:lumMod val="75000"/>
                  </a:schemeClr>
                </a:solidFill>
                <a:effectLst>
                  <a:glow rad="520700">
                    <a:schemeClr val="accent6">
                      <a:satMod val="175000"/>
                      <a:alpha val="40000"/>
                    </a:schemeClr>
                  </a:glow>
                </a:effectLst>
                <a:latin typeface="+mj-lt"/>
                <a:ea typeface="+mj-ea"/>
                <a:cs typeface="+mj-cs"/>
              </a:defRPr>
            </a:lvl1pPr>
          </a:lstStyle>
          <a:p>
            <a:r>
              <a:rPr lang="he-IL" dirty="0"/>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F6839170-29AB-415C-BE13-B7AB843A89F0}" type="datetime1">
              <a:rPr lang="en-US" smtClean="0"/>
              <a:t>6/2/2024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1806023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9E1433-1996-4339-AFE6-B69ADDFB5EA4}" type="datetime1">
              <a:rPr lang="en-US" smtClean="0"/>
              <a:t>6/2/2024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5368024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63288928-0079-45C0-847A-EEF3844AF910}" type="datetime1">
              <a:rPr lang="en-US" smtClean="0"/>
              <a:t>6/2/2024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183757251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38811B82-1A52-4421-8DF4-446B029B92A4}" type="datetime1">
              <a:rPr lang="en-US" smtClean="0"/>
              <a:t>6/2/2024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7608924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9D800245-66DB-4CB0-9817-36F86B09D37C}"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2423799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258BA937-A850-47B8-AD66-B10FAF2362D8}"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7653864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6F5F909B-FC2B-4ED3-82BA-494DD894A90F}"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7675311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כרטיס שם עם ציטוט">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312616D0-866E-4355-98F8-6EC47C52763A}"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6762079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נכון או לא נכון">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DCFFD0D0-0FED-4463-AA5C-5E9828B0CA57}"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5422071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951759AE-5670-401C-8BC1-0127CB354289}"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412416252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2FE3BD98-18A6-449F-BB5E-A9B4B4F2F6D4}" type="datetime1">
              <a:rPr lang="en-US" smtClean="0"/>
              <a:t>6/2/2024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00311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theme" Target="../theme/theme3.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theme" Target="../theme/theme4.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theme" Target="../theme/theme5.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he-IL" dirty="0"/>
              <a:t>לחץ כדי לערוך סגנון כותרת של תבנית בסיס</a:t>
            </a:r>
            <a:endParaRPr lang="en-US" dirty="0"/>
          </a:p>
        </p:txBody>
      </p:sp>
      <p:sp>
        <p:nvSpPr>
          <p:cNvPr id="3" name="Text Placeholder 2"/>
          <p:cNvSpPr>
            <a:spLocks noGrp="1"/>
          </p:cNvSpPr>
          <p:nvPr>
            <p:ph type="body" idx="1"/>
          </p:nvPr>
        </p:nvSpPr>
        <p:spPr>
          <a:xfrm>
            <a:off x="157018" y="2160589"/>
            <a:ext cx="9134764" cy="4591193"/>
          </a:xfrm>
          <a:prstGeom prst="rect">
            <a:avLst/>
          </a:prstGeom>
        </p:spPr>
        <p:txBody>
          <a:bodyPr vert="horz" lIns="91440" tIns="45720" rIns="91440" bIns="45720" rtlCol="0">
            <a:normAutofit/>
          </a:body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0852846-2DA2-430D-8B42-D5B64B5B9273}" type="datetime1">
              <a:rPr lang="en-US" smtClean="0"/>
              <a:t>6/2/2024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1379583" y="6361402"/>
            <a:ext cx="683339" cy="365125"/>
          </a:xfrm>
          <a:prstGeom prst="rect">
            <a:avLst/>
          </a:prstGeom>
        </p:spPr>
        <p:txBody>
          <a:bodyPr vert="horz" lIns="91440" tIns="45720" rIns="91440" bIns="45720" rtlCol="0" anchor="ctr"/>
          <a:lstStyle>
            <a:lvl1pPr algn="r">
              <a:defRPr sz="1200" b="1">
                <a:solidFill>
                  <a:schemeClr val="bg2">
                    <a:lumMod val="10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35152201"/>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Lst>
  <p:hf hdr="0" ftr="0" dt="0"/>
  <p:txStyles>
    <p:titleStyle>
      <a:lvl1pPr algn="l" defTabSz="457200" rtl="1" eaLnBrk="1" latinLnBrk="0" hangingPunct="1">
        <a:spcBef>
          <a:spcPct val="0"/>
        </a:spcBef>
        <a:buNone/>
        <a:defRPr lang="en-US" sz="4000" b="1" kern="1200" dirty="0">
          <a:solidFill>
            <a:schemeClr val="accent1">
              <a:lumMod val="75000"/>
            </a:schemeClr>
          </a:solidFill>
          <a:effectLst>
            <a:glow rad="520700">
              <a:schemeClr val="accent6">
                <a:satMod val="175000"/>
                <a:alpha val="40000"/>
              </a:schemeClr>
            </a:glow>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just" defTabSz="457200" rtl="1"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r" defTabSz="457200" rtl="1"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1CC2AE80-DFEF-DB98-FA3E-132330AFEFBC}"/>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33CB0195-2F07-6649-06A1-3A99AC88275E}"/>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131B0303-251B-6F35-0FB5-49D54564BD8B}"/>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76E6B7DB-A25B-465D-8C62-3D18A19D811B}" type="datetime1">
              <a:rPr lang="en-US" smtClean="0"/>
              <a:t>6/2/2024</a:t>
            </a:fld>
            <a:endParaRPr lang="he-IL"/>
          </a:p>
        </p:txBody>
      </p:sp>
      <p:sp>
        <p:nvSpPr>
          <p:cNvPr id="5" name="מציין מיקום של כותרת תחתונה 4">
            <a:extLst>
              <a:ext uri="{FF2B5EF4-FFF2-40B4-BE49-F238E27FC236}">
                <a16:creationId xmlns:a16="http://schemas.microsoft.com/office/drawing/2014/main" id="{77386175-1E1B-209F-C777-D1A248AAF3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75CBFE87-5A03-B1FB-44B0-285E071BDB82}"/>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70CA20A1-E7C3-450A-A92A-ECBF97E20AEA}" type="slidenum">
              <a:rPr lang="he-IL" smtClean="0"/>
              <a:t>‹#›</a:t>
            </a:fld>
            <a:endParaRPr lang="he-IL"/>
          </a:p>
        </p:txBody>
      </p:sp>
    </p:spTree>
    <p:extLst>
      <p:ext uri="{BB962C8B-B14F-4D97-AF65-F5344CB8AC3E}">
        <p14:creationId xmlns:p14="http://schemas.microsoft.com/office/powerpoint/2010/main" val="3062170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3" y="609600"/>
            <a:ext cx="9556557" cy="1320800"/>
          </a:xfrm>
          <a:prstGeom prst="rect">
            <a:avLst/>
          </a:prstGeom>
        </p:spPr>
        <p:txBody>
          <a:bodyPr vert="horz" lIns="91440" tIns="45720" rIns="91440" bIns="45720" rtlCol="0" anchor="t">
            <a:normAutofit/>
          </a:bodyPr>
          <a:lstStyle/>
          <a:p>
            <a:r>
              <a:rPr lang="he-IL" dirty="0"/>
              <a:t>לחץ כדי לערוך סגנון כותרת של תבנית בסיס</a:t>
            </a:r>
            <a:endParaRPr lang="en-US" dirty="0"/>
          </a:p>
        </p:txBody>
      </p:sp>
      <p:sp>
        <p:nvSpPr>
          <p:cNvPr id="3" name="Text Placeholder 2"/>
          <p:cNvSpPr>
            <a:spLocks noGrp="1"/>
          </p:cNvSpPr>
          <p:nvPr>
            <p:ph type="body" idx="1"/>
          </p:nvPr>
        </p:nvSpPr>
        <p:spPr>
          <a:xfrm>
            <a:off x="157017" y="2160589"/>
            <a:ext cx="10132291" cy="3880773"/>
          </a:xfrm>
          <a:prstGeom prst="rect">
            <a:avLst/>
          </a:prstGeom>
        </p:spPr>
        <p:txBody>
          <a:bodyPr vert="horz" lIns="91440" tIns="45720" rIns="91440" bIns="45720" rtlCol="0">
            <a:normAutofit/>
          </a:body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C0C9BE4-C446-4D67-8BC2-48AE757AE8B2}" type="datetime1">
              <a:rPr lang="en-US" smtClean="0"/>
              <a:t>6/2/2024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1379583" y="636140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4313933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1" eaLnBrk="1" latinLnBrk="0" hangingPunct="1">
        <a:spcBef>
          <a:spcPct val="0"/>
        </a:spcBef>
        <a:buNone/>
        <a:defRPr lang="en-US" sz="4000" b="1" kern="1200" dirty="0">
          <a:solidFill>
            <a:schemeClr val="accent1">
              <a:lumMod val="75000"/>
            </a:schemeClr>
          </a:solidFill>
          <a:effectLst>
            <a:glow rad="520700">
              <a:schemeClr val="accent6">
                <a:satMod val="175000"/>
                <a:alpha val="40000"/>
              </a:schemeClr>
            </a:glow>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r" defTabSz="457200" rtl="1"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he-IL" dirty="0"/>
              <a:t>לחץ כדי לערוך סגנון כותרת של תבנית בסיס</a:t>
            </a:r>
            <a:endParaRPr lang="en-US" dirty="0"/>
          </a:p>
        </p:txBody>
      </p:sp>
      <p:sp>
        <p:nvSpPr>
          <p:cNvPr id="3" name="Text Placeholder 2"/>
          <p:cNvSpPr>
            <a:spLocks noGrp="1"/>
          </p:cNvSpPr>
          <p:nvPr>
            <p:ph type="body" idx="1"/>
          </p:nvPr>
        </p:nvSpPr>
        <p:spPr>
          <a:xfrm>
            <a:off x="157018" y="2160589"/>
            <a:ext cx="9134764" cy="3880773"/>
          </a:xfrm>
          <a:prstGeom prst="rect">
            <a:avLst/>
          </a:prstGeom>
        </p:spPr>
        <p:txBody>
          <a:bodyPr vert="horz" lIns="91440" tIns="45720" rIns="91440" bIns="45720" rtlCol="0">
            <a:normAutofit/>
          </a:body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C70AEED-583C-4DAF-906F-A0777C51F511}" type="datetime1">
              <a:rPr lang="en-US" smtClean="0"/>
              <a:t>6/2/2024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1379583" y="636140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0661207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hf hdr="0" ftr="0" dt="0"/>
  <p:txStyles>
    <p:titleStyle>
      <a:lvl1pPr algn="l" defTabSz="457200" rtl="1" eaLnBrk="1" latinLnBrk="0" hangingPunct="1">
        <a:spcBef>
          <a:spcPct val="0"/>
        </a:spcBef>
        <a:buNone/>
        <a:defRPr lang="en-US" sz="4000" b="1" kern="1200" dirty="0">
          <a:solidFill>
            <a:schemeClr val="accent1">
              <a:lumMod val="75000"/>
            </a:schemeClr>
          </a:solidFill>
          <a:effectLst>
            <a:glow rad="520700">
              <a:schemeClr val="accent6">
                <a:satMod val="175000"/>
                <a:alpha val="40000"/>
              </a:schemeClr>
            </a:glow>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r" defTabSz="457200" rtl="1"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he-IL" dirty="0"/>
              <a:t>לחץ כדי לערוך סגנון כותרת של תבנית בסיס</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9C66679-4220-4572-9570-95DED615D442}" type="datetime1">
              <a:rPr lang="en-US" smtClean="0"/>
              <a:t>6/2/2024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1379583" y="636140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86913217"/>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Lst>
  <p:hf hdr="0" ftr="0" dt="0"/>
  <p:txStyles>
    <p:titleStyle>
      <a:lvl1pPr algn="l" defTabSz="457200" rtl="1" eaLnBrk="1" latinLnBrk="0" hangingPunct="1">
        <a:spcBef>
          <a:spcPct val="0"/>
        </a:spcBef>
        <a:buNone/>
        <a:defRPr lang="en-US" sz="4000" b="1" kern="1200" dirty="0">
          <a:solidFill>
            <a:schemeClr val="accent1">
              <a:lumMod val="75000"/>
            </a:schemeClr>
          </a:solidFill>
          <a:effectLst>
            <a:glow rad="520700">
              <a:schemeClr val="accent6">
                <a:satMod val="175000"/>
                <a:alpha val="40000"/>
              </a:schemeClr>
            </a:glow>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r" defTabSz="457200" rtl="1"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66FF">
            <a:alpha val="43000"/>
          </a:srgbClr>
        </a:solidFill>
        <a:effectLst/>
      </p:bgPr>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F2AA11D-C26A-F3CE-D362-D80DA4F55F6F}"/>
              </a:ext>
            </a:extLst>
          </p:cNvPr>
          <p:cNvSpPr>
            <a:spLocks noGrp="1"/>
          </p:cNvSpPr>
          <p:nvPr>
            <p:ph type="ctrTitle"/>
          </p:nvPr>
        </p:nvSpPr>
        <p:spPr/>
        <p:txBody>
          <a:bodyPr/>
          <a:lstStyle/>
          <a:p>
            <a:r>
              <a:rPr lang="he-IL" b="1" dirty="0">
                <a:solidFill>
                  <a:srgbClr val="FF66FF"/>
                </a:solidFill>
                <a:highlight>
                  <a:srgbClr val="FFFF00"/>
                </a:highlight>
              </a:rPr>
              <a:t>עולם החומרות</a:t>
            </a:r>
          </a:p>
        </p:txBody>
      </p:sp>
      <p:sp>
        <p:nvSpPr>
          <p:cNvPr id="3" name="כותרת משנה 2">
            <a:extLst>
              <a:ext uri="{FF2B5EF4-FFF2-40B4-BE49-F238E27FC236}">
                <a16:creationId xmlns:a16="http://schemas.microsoft.com/office/drawing/2014/main" id="{5857CA82-8A9D-728E-ED78-AC34D32E7ECE}"/>
              </a:ext>
            </a:extLst>
          </p:cNvPr>
          <p:cNvSpPr>
            <a:spLocks noGrp="1"/>
          </p:cNvSpPr>
          <p:nvPr>
            <p:ph type="subTitle" idx="1"/>
          </p:nvPr>
        </p:nvSpPr>
        <p:spPr/>
        <p:txBody>
          <a:bodyPr>
            <a:normAutofit/>
          </a:bodyPr>
          <a:lstStyle/>
          <a:p>
            <a:r>
              <a:rPr lang="he-IL" sz="3600" dirty="0">
                <a:solidFill>
                  <a:srgbClr val="FF66FF"/>
                </a:solidFill>
                <a:highlight>
                  <a:srgbClr val="FFFF00"/>
                </a:highlight>
                <a:latin typeface="Aharoni" panose="02010803020104030203" pitchFamily="2" charset="-79"/>
                <a:cs typeface="Aharoni" panose="02010803020104030203" pitchFamily="2" charset="-79"/>
              </a:rPr>
              <a:t>מדוע יהודים נוהגים להחמיר?</a:t>
            </a:r>
          </a:p>
          <a:p>
            <a:endParaRPr lang="he-IL" sz="3600" dirty="0">
              <a:solidFill>
                <a:srgbClr val="FF66FF"/>
              </a:solidFill>
              <a:highlight>
                <a:srgbClr val="FFFF00"/>
              </a:highlight>
              <a:latin typeface="Aharoni" panose="02010803020104030203" pitchFamily="2" charset="-79"/>
              <a:cs typeface="Aharoni" panose="02010803020104030203" pitchFamily="2" charset="-79"/>
            </a:endParaRPr>
          </a:p>
        </p:txBody>
      </p:sp>
      <p:pic>
        <p:nvPicPr>
          <p:cNvPr id="4" name="תמונה 3">
            <a:extLst>
              <a:ext uri="{FF2B5EF4-FFF2-40B4-BE49-F238E27FC236}">
                <a16:creationId xmlns:a16="http://schemas.microsoft.com/office/drawing/2014/main" id="{2B5795FC-761D-EDC5-7BA0-6F111658EDB0}"/>
              </a:ext>
            </a:extLst>
          </p:cNvPr>
          <p:cNvPicPr>
            <a:picLocks noChangeAspect="1"/>
          </p:cNvPicPr>
          <p:nvPr/>
        </p:nvPicPr>
        <p:blipFill>
          <a:blip r:embed="rId2"/>
          <a:stretch>
            <a:fillRect/>
          </a:stretch>
        </p:blipFill>
        <p:spPr>
          <a:xfrm>
            <a:off x="0" y="0"/>
            <a:ext cx="2790825" cy="1638300"/>
          </a:xfrm>
          <a:prstGeom prst="rect">
            <a:avLst/>
          </a:prstGeom>
        </p:spPr>
      </p:pic>
      <p:pic>
        <p:nvPicPr>
          <p:cNvPr id="3074" name="Picture 2" descr="פוקס ורוד / ריבת שושנים קסומה - מיכל וקסמן">
            <a:extLst>
              <a:ext uri="{FF2B5EF4-FFF2-40B4-BE49-F238E27FC236}">
                <a16:creationId xmlns:a16="http://schemas.microsoft.com/office/drawing/2014/main" id="{52C8397F-CD62-BADE-A514-D32554BEF4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238625"/>
            <a:ext cx="1743075" cy="2619375"/>
          </a:xfrm>
          <a:prstGeom prst="rect">
            <a:avLst/>
          </a:prstGeom>
          <a:noFill/>
          <a:extLst>
            <a:ext uri="{909E8E84-426E-40DD-AFC4-6F175D3DCCD1}">
              <a14:hiddenFill xmlns:a14="http://schemas.microsoft.com/office/drawing/2010/main">
                <a:solidFill>
                  <a:srgbClr val="FFFFFF"/>
                </a:solidFill>
              </a14:hiddenFill>
            </a:ext>
          </a:extLst>
        </p:spPr>
      </p:pic>
      <p:sp>
        <p:nvSpPr>
          <p:cNvPr id="7" name="מציין מיקום של מספר שקופית 6">
            <a:extLst>
              <a:ext uri="{FF2B5EF4-FFF2-40B4-BE49-F238E27FC236}">
                <a16:creationId xmlns:a16="http://schemas.microsoft.com/office/drawing/2014/main" id="{E466F31F-CFA9-03ED-158E-2827C9BF3D6D}"/>
              </a:ext>
            </a:extLst>
          </p:cNvPr>
          <p:cNvSpPr>
            <a:spLocks noGrp="1"/>
          </p:cNvSpPr>
          <p:nvPr>
            <p:ph type="sldNum" sz="quarter" idx="12"/>
          </p:nvPr>
        </p:nvSpPr>
        <p:spPr/>
        <p:txBody>
          <a:bodyPr/>
          <a:lstStyle/>
          <a:p>
            <a:fld id="{70CA20A1-E7C3-450A-A92A-ECBF97E20AEA}" type="slidenum">
              <a:rPr lang="he-IL" smtClean="0"/>
              <a:t>1</a:t>
            </a:fld>
            <a:endParaRPr lang="he-IL"/>
          </a:p>
        </p:txBody>
      </p:sp>
    </p:spTree>
    <p:extLst>
      <p:ext uri="{BB962C8B-B14F-4D97-AF65-F5344CB8AC3E}">
        <p14:creationId xmlns:p14="http://schemas.microsoft.com/office/powerpoint/2010/main" val="685444161"/>
      </p:ext>
    </p:extLst>
  </p:cSld>
  <p:clrMapOvr>
    <a:masterClrMapping/>
  </p:clrMapOvr>
  <mc:AlternateContent xmlns:mc="http://schemas.openxmlformats.org/markup-compatibility/2006" xmlns:p14="http://schemas.microsoft.com/office/powerpoint/2010/main">
    <mc:Choice Requires="p14">
      <p:transition spd="slow" p14:dur="2000" advTm="49232"/>
    </mc:Choice>
    <mc:Fallback xmlns="">
      <p:transition spd="slow" advTm="4923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0D82C8C-CC0E-E7E9-EDE7-040DFDF3C60A}"/>
              </a:ext>
            </a:extLst>
          </p:cNvPr>
          <p:cNvSpPr>
            <a:spLocks noGrp="1"/>
          </p:cNvSpPr>
          <p:nvPr>
            <p:ph type="title"/>
          </p:nvPr>
        </p:nvSpPr>
        <p:spPr/>
        <p:txBody>
          <a:bodyPr/>
          <a:lstStyle/>
          <a:p>
            <a:r>
              <a:rPr lang="he-IL" dirty="0"/>
              <a:t>עולם החומרות – הרב שמחה </a:t>
            </a:r>
            <a:r>
              <a:rPr lang="he-IL" dirty="0" err="1"/>
              <a:t>עלברג</a:t>
            </a:r>
            <a:endParaRPr lang="he-IL" dirty="0"/>
          </a:p>
        </p:txBody>
      </p:sp>
      <p:pic>
        <p:nvPicPr>
          <p:cNvPr id="5" name="מציין מיקום תוכן 4">
            <a:extLst>
              <a:ext uri="{FF2B5EF4-FFF2-40B4-BE49-F238E27FC236}">
                <a16:creationId xmlns:a16="http://schemas.microsoft.com/office/drawing/2014/main" id="{A61781CF-174F-0788-0334-1C0AE971F4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37820" y="1635125"/>
            <a:ext cx="6936723" cy="5116513"/>
          </a:xfrm>
        </p:spPr>
      </p:pic>
      <p:sp>
        <p:nvSpPr>
          <p:cNvPr id="4" name="מציין מיקום של מספר שקופית 3">
            <a:extLst>
              <a:ext uri="{FF2B5EF4-FFF2-40B4-BE49-F238E27FC236}">
                <a16:creationId xmlns:a16="http://schemas.microsoft.com/office/drawing/2014/main" id="{07FED15F-9D1F-7844-1AA7-420F38C3DE6B}"/>
              </a:ext>
            </a:extLst>
          </p:cNvPr>
          <p:cNvSpPr>
            <a:spLocks noGrp="1"/>
          </p:cNvSpPr>
          <p:nvPr>
            <p:ph type="sldNum" sz="quarter" idx="12"/>
          </p:nvPr>
        </p:nvSpPr>
        <p:spPr/>
        <p:txBody>
          <a:bodyPr/>
          <a:lstStyle/>
          <a:p>
            <a:fld id="{519954A3-9DFD-4C44-94BA-B95130A3BA1C}" type="slidenum">
              <a:rPr lang="en-US" smtClean="0"/>
              <a:t>2</a:t>
            </a:fld>
            <a:endParaRPr lang="en-US" dirty="0"/>
          </a:p>
        </p:txBody>
      </p:sp>
      <p:pic>
        <p:nvPicPr>
          <p:cNvPr id="3" name="תמונה 2">
            <a:extLst>
              <a:ext uri="{FF2B5EF4-FFF2-40B4-BE49-F238E27FC236}">
                <a16:creationId xmlns:a16="http://schemas.microsoft.com/office/drawing/2014/main" id="{7CF6A238-FA42-75AE-0EDC-B1605279AD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36555" y="131473"/>
            <a:ext cx="2635250" cy="1755735"/>
          </a:xfrm>
          <a:prstGeom prst="rect">
            <a:avLst/>
          </a:prstGeom>
        </p:spPr>
      </p:pic>
    </p:spTree>
    <p:extLst>
      <p:ext uri="{BB962C8B-B14F-4D97-AF65-F5344CB8AC3E}">
        <p14:creationId xmlns:p14="http://schemas.microsoft.com/office/powerpoint/2010/main" val="424115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6C34387-24BC-0738-D213-60A9D91307EF}"/>
              </a:ext>
            </a:extLst>
          </p:cNvPr>
          <p:cNvSpPr>
            <a:spLocks noGrp="1"/>
          </p:cNvSpPr>
          <p:nvPr>
            <p:ph type="title"/>
          </p:nvPr>
        </p:nvSpPr>
        <p:spPr/>
        <p:txBody>
          <a:bodyPr/>
          <a:lstStyle/>
          <a:p>
            <a:endParaRPr lang="he-IL"/>
          </a:p>
        </p:txBody>
      </p:sp>
      <p:pic>
        <p:nvPicPr>
          <p:cNvPr id="5" name="מציין מיקום תוכן 4">
            <a:extLst>
              <a:ext uri="{FF2B5EF4-FFF2-40B4-BE49-F238E27FC236}">
                <a16:creationId xmlns:a16="http://schemas.microsoft.com/office/drawing/2014/main" id="{BB4C1CE1-A820-647E-1A03-699D1EAD84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7163" y="2734013"/>
            <a:ext cx="9698037" cy="2918736"/>
          </a:xfrm>
        </p:spPr>
      </p:pic>
      <p:sp>
        <p:nvSpPr>
          <p:cNvPr id="4" name="מציין מיקום של מספר שקופית 3">
            <a:extLst>
              <a:ext uri="{FF2B5EF4-FFF2-40B4-BE49-F238E27FC236}">
                <a16:creationId xmlns:a16="http://schemas.microsoft.com/office/drawing/2014/main" id="{5C63E9FD-63A3-1ADF-85FC-B6F436408A2A}"/>
              </a:ext>
            </a:extLst>
          </p:cNvPr>
          <p:cNvSpPr>
            <a:spLocks noGrp="1"/>
          </p:cNvSpPr>
          <p:nvPr>
            <p:ph type="sldNum" sz="quarter" idx="12"/>
          </p:nvPr>
        </p:nvSpPr>
        <p:spPr/>
        <p:txBody>
          <a:bodyPr/>
          <a:lstStyle/>
          <a:p>
            <a:fld id="{519954A3-9DFD-4C44-94BA-B95130A3BA1C}" type="slidenum">
              <a:rPr lang="en-US" smtClean="0"/>
              <a:t>3</a:t>
            </a:fld>
            <a:endParaRPr lang="en-US" dirty="0"/>
          </a:p>
        </p:txBody>
      </p:sp>
      <p:pic>
        <p:nvPicPr>
          <p:cNvPr id="3" name="תמונה 2">
            <a:extLst>
              <a:ext uri="{FF2B5EF4-FFF2-40B4-BE49-F238E27FC236}">
                <a16:creationId xmlns:a16="http://schemas.microsoft.com/office/drawing/2014/main" id="{8438952E-C711-BD77-1F99-127B7894DA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39719" y="131473"/>
            <a:ext cx="2604246" cy="2402417"/>
          </a:xfrm>
          <a:prstGeom prst="rect">
            <a:avLst/>
          </a:prstGeom>
        </p:spPr>
      </p:pic>
    </p:spTree>
    <p:extLst>
      <p:ext uri="{BB962C8B-B14F-4D97-AF65-F5344CB8AC3E}">
        <p14:creationId xmlns:p14="http://schemas.microsoft.com/office/powerpoint/2010/main" val="986830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8341CF0-1802-4202-0CCB-016A4B16CFFA}"/>
              </a:ext>
            </a:extLst>
          </p:cNvPr>
          <p:cNvSpPr>
            <a:spLocks noGrp="1"/>
          </p:cNvSpPr>
          <p:nvPr>
            <p:ph type="title"/>
          </p:nvPr>
        </p:nvSpPr>
        <p:spPr/>
        <p:txBody>
          <a:bodyPr/>
          <a:lstStyle/>
          <a:p>
            <a:r>
              <a:rPr lang="he-IL" dirty="0"/>
              <a:t>החמרה כהיבדלות</a:t>
            </a:r>
          </a:p>
        </p:txBody>
      </p:sp>
      <p:pic>
        <p:nvPicPr>
          <p:cNvPr id="5" name="מציין מיקום תוכן 4">
            <a:extLst>
              <a:ext uri="{FF2B5EF4-FFF2-40B4-BE49-F238E27FC236}">
                <a16:creationId xmlns:a16="http://schemas.microsoft.com/office/drawing/2014/main" id="{1421E65E-7A01-ACB0-7ED4-B6A9EE0B31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6055" y="2673245"/>
            <a:ext cx="11316793" cy="4053281"/>
          </a:xfrm>
        </p:spPr>
      </p:pic>
      <p:sp>
        <p:nvSpPr>
          <p:cNvPr id="4" name="מציין מיקום של מספר שקופית 3">
            <a:extLst>
              <a:ext uri="{FF2B5EF4-FFF2-40B4-BE49-F238E27FC236}">
                <a16:creationId xmlns:a16="http://schemas.microsoft.com/office/drawing/2014/main" id="{532A661B-175F-A590-3984-9CB2253BD654}"/>
              </a:ext>
            </a:extLst>
          </p:cNvPr>
          <p:cNvSpPr>
            <a:spLocks noGrp="1"/>
          </p:cNvSpPr>
          <p:nvPr>
            <p:ph type="sldNum" sz="quarter" idx="12"/>
          </p:nvPr>
        </p:nvSpPr>
        <p:spPr/>
        <p:txBody>
          <a:bodyPr/>
          <a:lstStyle/>
          <a:p>
            <a:fld id="{519954A3-9DFD-4C44-94BA-B95130A3BA1C}" type="slidenum">
              <a:rPr lang="en-US" smtClean="0"/>
              <a:t>4</a:t>
            </a:fld>
            <a:endParaRPr lang="en-US" dirty="0"/>
          </a:p>
        </p:txBody>
      </p:sp>
      <p:pic>
        <p:nvPicPr>
          <p:cNvPr id="6" name="תמונה 5">
            <a:extLst>
              <a:ext uri="{FF2B5EF4-FFF2-40B4-BE49-F238E27FC236}">
                <a16:creationId xmlns:a16="http://schemas.microsoft.com/office/drawing/2014/main" id="{BDD8C1EF-9D66-6484-F370-EB800AFA34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3672" y="-122665"/>
            <a:ext cx="2002375" cy="2795909"/>
          </a:xfrm>
          <a:prstGeom prst="rect">
            <a:avLst/>
          </a:prstGeom>
        </p:spPr>
      </p:pic>
    </p:spTree>
    <p:extLst>
      <p:ext uri="{BB962C8B-B14F-4D97-AF65-F5344CB8AC3E}">
        <p14:creationId xmlns:p14="http://schemas.microsoft.com/office/powerpoint/2010/main" val="2803826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4A896A8-B214-E394-FAF9-65C7749CECA4}"/>
              </a:ext>
            </a:extLst>
          </p:cNvPr>
          <p:cNvSpPr>
            <a:spLocks noGrp="1"/>
          </p:cNvSpPr>
          <p:nvPr>
            <p:ph type="title"/>
          </p:nvPr>
        </p:nvSpPr>
        <p:spPr/>
        <p:txBody>
          <a:bodyPr/>
          <a:lstStyle/>
          <a:p>
            <a:r>
              <a:rPr lang="he-IL" dirty="0"/>
              <a:t>חדש אסור מן התורה</a:t>
            </a:r>
          </a:p>
        </p:txBody>
      </p:sp>
      <p:pic>
        <p:nvPicPr>
          <p:cNvPr id="5" name="מציין מיקום תוכן 4">
            <a:extLst>
              <a:ext uri="{FF2B5EF4-FFF2-40B4-BE49-F238E27FC236}">
                <a16:creationId xmlns:a16="http://schemas.microsoft.com/office/drawing/2014/main" id="{784A0D93-8EC7-8FB2-1B2B-E0518A90CF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728" y="2286001"/>
            <a:ext cx="8962242" cy="3455194"/>
          </a:xfrm>
        </p:spPr>
      </p:pic>
      <p:sp>
        <p:nvSpPr>
          <p:cNvPr id="4" name="מציין מיקום של מספר שקופית 3">
            <a:extLst>
              <a:ext uri="{FF2B5EF4-FFF2-40B4-BE49-F238E27FC236}">
                <a16:creationId xmlns:a16="http://schemas.microsoft.com/office/drawing/2014/main" id="{09BEB65E-BAA5-70E5-61A7-20744A2C5F72}"/>
              </a:ext>
            </a:extLst>
          </p:cNvPr>
          <p:cNvSpPr>
            <a:spLocks noGrp="1"/>
          </p:cNvSpPr>
          <p:nvPr>
            <p:ph type="sldNum" sz="quarter" idx="12"/>
          </p:nvPr>
        </p:nvSpPr>
        <p:spPr/>
        <p:txBody>
          <a:bodyPr/>
          <a:lstStyle/>
          <a:p>
            <a:fld id="{519954A3-9DFD-4C44-94BA-B95130A3BA1C}" type="slidenum">
              <a:rPr lang="en-US" smtClean="0"/>
              <a:t>5</a:t>
            </a:fld>
            <a:endParaRPr lang="en-US" dirty="0"/>
          </a:p>
        </p:txBody>
      </p:sp>
      <p:pic>
        <p:nvPicPr>
          <p:cNvPr id="6" name="תמונה 5">
            <a:extLst>
              <a:ext uri="{FF2B5EF4-FFF2-40B4-BE49-F238E27FC236}">
                <a16:creationId xmlns:a16="http://schemas.microsoft.com/office/drawing/2014/main" id="{FF036846-0DD7-8E76-756D-E97452F399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0042" y="417224"/>
            <a:ext cx="3131958" cy="4175944"/>
          </a:xfrm>
          <a:prstGeom prst="rect">
            <a:avLst/>
          </a:prstGeom>
        </p:spPr>
      </p:pic>
    </p:spTree>
    <p:extLst>
      <p:ext uri="{BB962C8B-B14F-4D97-AF65-F5344CB8AC3E}">
        <p14:creationId xmlns:p14="http://schemas.microsoft.com/office/powerpoint/2010/main" val="2670649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F7C41E0-A5B3-6C62-FEC4-B284B0C6E6AB}"/>
              </a:ext>
            </a:extLst>
          </p:cNvPr>
          <p:cNvSpPr>
            <a:spLocks noGrp="1"/>
          </p:cNvSpPr>
          <p:nvPr>
            <p:ph type="title"/>
          </p:nvPr>
        </p:nvSpPr>
        <p:spPr/>
        <p:txBody>
          <a:bodyPr/>
          <a:lstStyle/>
          <a:p>
            <a:r>
              <a:rPr lang="he-IL" dirty="0"/>
              <a:t>כיצד מתמודדים עם </a:t>
            </a:r>
            <a:r>
              <a:rPr lang="he-IL" dirty="0" err="1"/>
              <a:t>הפירצה</a:t>
            </a:r>
            <a:endParaRPr lang="he-IL" dirty="0"/>
          </a:p>
        </p:txBody>
      </p:sp>
      <p:sp>
        <p:nvSpPr>
          <p:cNvPr id="3" name="מציין מיקום תוכן 2">
            <a:extLst>
              <a:ext uri="{FF2B5EF4-FFF2-40B4-BE49-F238E27FC236}">
                <a16:creationId xmlns:a16="http://schemas.microsoft.com/office/drawing/2014/main" id="{436A7D6D-0204-F930-A899-C5388B488DFF}"/>
              </a:ext>
            </a:extLst>
          </p:cNvPr>
          <p:cNvSpPr>
            <a:spLocks noGrp="1"/>
          </p:cNvSpPr>
          <p:nvPr>
            <p:ph idx="1"/>
          </p:nvPr>
        </p:nvSpPr>
        <p:spPr/>
        <p:txBody>
          <a:bodyPr/>
          <a:lstStyle/>
          <a:p>
            <a:r>
              <a:rPr lang="he-IL" dirty="0"/>
              <a:t>החתם סופר פוגש עולם חולני – חילוני מלשון חולה. </a:t>
            </a:r>
          </a:p>
          <a:p>
            <a:r>
              <a:rPr lang="he-IL" dirty="0"/>
              <a:t>ויש כאן אנשים שרק מחפשים </a:t>
            </a:r>
            <a:r>
              <a:rPr lang="he-IL" dirty="0" err="1"/>
              <a:t>פירצה</a:t>
            </a:r>
            <a:r>
              <a:rPr lang="he-IL" dirty="0"/>
              <a:t> בשביל למוטט את הכול. מה עושים?</a:t>
            </a:r>
          </a:p>
          <a:p>
            <a:r>
              <a:rPr lang="he-IL" dirty="0"/>
              <a:t>פתחו לי פתח כחודו של מחט – כמשל. </a:t>
            </a:r>
          </a:p>
          <a:p>
            <a:r>
              <a:rPr lang="he-IL" dirty="0"/>
              <a:t>ובכך יש לנו שני סוגי חתם סופר – בהלכות שבת </a:t>
            </a:r>
            <a:r>
              <a:rPr lang="he-IL" dirty="0" err="1"/>
              <a:t>מיקל</a:t>
            </a:r>
            <a:r>
              <a:rPr lang="he-IL" dirty="0"/>
              <a:t>, ובהנהגות קהילה מחמיר. </a:t>
            </a:r>
          </a:p>
          <a:p>
            <a:r>
              <a:rPr lang="he-IL" dirty="0"/>
              <a:t>לכן בעוד שבדרך כלל בדרבנן להקל, כאשר יש אנשים שמחפשים לומר שאין איסור דרבנן אני צריך להחמיר עד הסוף. </a:t>
            </a:r>
          </a:p>
          <a:p>
            <a:r>
              <a:rPr lang="he-IL" dirty="0"/>
              <a:t>הרמת חומות כהגנה. </a:t>
            </a:r>
          </a:p>
        </p:txBody>
      </p:sp>
      <p:sp>
        <p:nvSpPr>
          <p:cNvPr id="4" name="מציין מיקום של מספר שקופית 3">
            <a:extLst>
              <a:ext uri="{FF2B5EF4-FFF2-40B4-BE49-F238E27FC236}">
                <a16:creationId xmlns:a16="http://schemas.microsoft.com/office/drawing/2014/main" id="{2815F8E4-ED97-CD1F-182E-D5CD5A10D81B}"/>
              </a:ext>
            </a:extLst>
          </p:cNvPr>
          <p:cNvSpPr>
            <a:spLocks noGrp="1"/>
          </p:cNvSpPr>
          <p:nvPr>
            <p:ph type="sldNum" sz="quarter" idx="12"/>
          </p:nvPr>
        </p:nvSpPr>
        <p:spPr/>
        <p:txBody>
          <a:bodyPr/>
          <a:lstStyle/>
          <a:p>
            <a:fld id="{519954A3-9DFD-4C44-94BA-B95130A3BA1C}" type="slidenum">
              <a:rPr lang="en-US" smtClean="0"/>
              <a:t>6</a:t>
            </a:fld>
            <a:endParaRPr lang="en-US" dirty="0"/>
          </a:p>
        </p:txBody>
      </p:sp>
    </p:spTree>
    <p:extLst>
      <p:ext uri="{BB962C8B-B14F-4D97-AF65-F5344CB8AC3E}">
        <p14:creationId xmlns:p14="http://schemas.microsoft.com/office/powerpoint/2010/main" val="1654456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5C40838-8AD6-1672-AD67-29C906D9B73F}"/>
              </a:ext>
            </a:extLst>
          </p:cNvPr>
          <p:cNvSpPr>
            <a:spLocks noGrp="1"/>
          </p:cNvSpPr>
          <p:nvPr>
            <p:ph type="title"/>
          </p:nvPr>
        </p:nvSpPr>
        <p:spPr/>
        <p:txBody>
          <a:bodyPr/>
          <a:lstStyle/>
          <a:p>
            <a:r>
              <a:rPr lang="he-IL" dirty="0" err="1"/>
              <a:t>המהפכת</a:t>
            </a:r>
            <a:r>
              <a:rPr lang="he-IL" dirty="0"/>
              <a:t> הסעודית</a:t>
            </a:r>
          </a:p>
        </p:txBody>
      </p:sp>
      <p:sp>
        <p:nvSpPr>
          <p:cNvPr id="3" name="מציין מיקום תוכן 2">
            <a:extLst>
              <a:ext uri="{FF2B5EF4-FFF2-40B4-BE49-F238E27FC236}">
                <a16:creationId xmlns:a16="http://schemas.microsoft.com/office/drawing/2014/main" id="{8B3CCD57-8F65-9D74-B1BF-2320B5F3BC20}"/>
              </a:ext>
            </a:extLst>
          </p:cNvPr>
          <p:cNvSpPr>
            <a:spLocks noGrp="1"/>
          </p:cNvSpPr>
          <p:nvPr>
            <p:ph idx="1"/>
          </p:nvPr>
        </p:nvSpPr>
        <p:spPr/>
        <p:txBody>
          <a:bodyPr/>
          <a:lstStyle/>
          <a:p>
            <a:r>
              <a:rPr lang="he-IL" dirty="0"/>
              <a:t>הכוחות השמרנים מול הכוחות הליברלים.</a:t>
            </a:r>
          </a:p>
          <a:p>
            <a:r>
              <a:rPr lang="he-IL" dirty="0"/>
              <a:t>האישה הראשונה שמוכרת בשוק. </a:t>
            </a:r>
          </a:p>
          <a:p>
            <a:r>
              <a:rPr lang="he-IL" dirty="0"/>
              <a:t>האישה הראשונה שנכנסת למשחק כדורגל. </a:t>
            </a:r>
          </a:p>
          <a:p>
            <a:r>
              <a:rPr lang="he-IL" dirty="0"/>
              <a:t>הועד העולמי – </a:t>
            </a:r>
            <a:r>
              <a:rPr lang="he-IL" dirty="0" err="1"/>
              <a:t>חיבים</a:t>
            </a:r>
            <a:r>
              <a:rPr lang="he-IL" dirty="0"/>
              <a:t> נשים בתחרות הספורט</a:t>
            </a:r>
          </a:p>
          <a:p>
            <a:r>
              <a:rPr lang="he-IL" dirty="0"/>
              <a:t>רעלה – בתחרות הספורט. </a:t>
            </a:r>
          </a:p>
          <a:p>
            <a:r>
              <a:rPr lang="he-IL" dirty="0"/>
              <a:t>האם אסור לנשים לעסוק בספורט – לפי </a:t>
            </a:r>
            <a:r>
              <a:rPr lang="he-IL" dirty="0" err="1"/>
              <a:t>האיסלם</a:t>
            </a:r>
            <a:r>
              <a:rPr lang="he-IL" dirty="0"/>
              <a:t>? שואל אחד שביתו.</a:t>
            </a:r>
          </a:p>
          <a:p>
            <a:r>
              <a:rPr lang="he-IL" dirty="0"/>
              <a:t>הפרדה במרחב הציבורי. </a:t>
            </a:r>
          </a:p>
          <a:p>
            <a:r>
              <a:rPr lang="he-IL" dirty="0"/>
              <a:t>ניקב – או מסכה. </a:t>
            </a:r>
          </a:p>
          <a:p>
            <a:r>
              <a:rPr lang="he-IL" dirty="0"/>
              <a:t>חסדי שוטה. </a:t>
            </a:r>
          </a:p>
          <a:p>
            <a:r>
              <a:rPr lang="he-IL" dirty="0"/>
              <a:t>פרשנות אחרית </a:t>
            </a:r>
            <a:r>
              <a:rPr lang="he-IL" dirty="0" err="1"/>
              <a:t>לאיסלם</a:t>
            </a:r>
            <a:r>
              <a:rPr lang="he-IL"/>
              <a:t>. </a:t>
            </a:r>
            <a:endParaRPr lang="he-IL" dirty="0"/>
          </a:p>
        </p:txBody>
      </p:sp>
      <p:sp>
        <p:nvSpPr>
          <p:cNvPr id="4" name="מציין מיקום של מספר שקופית 3">
            <a:extLst>
              <a:ext uri="{FF2B5EF4-FFF2-40B4-BE49-F238E27FC236}">
                <a16:creationId xmlns:a16="http://schemas.microsoft.com/office/drawing/2014/main" id="{FFFA9745-7114-0F95-ED8A-7BD458ED6A2F}"/>
              </a:ext>
            </a:extLst>
          </p:cNvPr>
          <p:cNvSpPr>
            <a:spLocks noGrp="1"/>
          </p:cNvSpPr>
          <p:nvPr>
            <p:ph type="sldNum" sz="quarter" idx="12"/>
          </p:nvPr>
        </p:nvSpPr>
        <p:spPr/>
        <p:txBody>
          <a:bodyPr/>
          <a:lstStyle/>
          <a:p>
            <a:fld id="{519954A3-9DFD-4C44-94BA-B95130A3BA1C}" type="slidenum">
              <a:rPr lang="en-US" smtClean="0"/>
              <a:t>7</a:t>
            </a:fld>
            <a:endParaRPr lang="en-US" dirty="0"/>
          </a:p>
        </p:txBody>
      </p:sp>
    </p:spTree>
    <p:extLst>
      <p:ext uri="{BB962C8B-B14F-4D97-AF65-F5344CB8AC3E}">
        <p14:creationId xmlns:p14="http://schemas.microsoft.com/office/powerpoint/2010/main" val="379995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ED76AA6-DBCD-CC6E-F0B7-2D23E1441499}"/>
              </a:ext>
            </a:extLst>
          </p:cNvPr>
          <p:cNvSpPr>
            <a:spLocks noGrp="1"/>
          </p:cNvSpPr>
          <p:nvPr>
            <p:ph type="title"/>
          </p:nvPr>
        </p:nvSpPr>
        <p:spPr/>
        <p:txBody>
          <a:bodyPr/>
          <a:lstStyle/>
          <a:p>
            <a:endParaRPr lang="he-IL"/>
          </a:p>
        </p:txBody>
      </p:sp>
      <p:pic>
        <p:nvPicPr>
          <p:cNvPr id="5" name="מציין מיקום תוכן 4">
            <a:extLst>
              <a:ext uri="{FF2B5EF4-FFF2-40B4-BE49-F238E27FC236}">
                <a16:creationId xmlns:a16="http://schemas.microsoft.com/office/drawing/2014/main" id="{05232F1E-33EE-2C07-A821-F490ABCC5A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57402" y="1676689"/>
            <a:ext cx="6334125" cy="4867275"/>
          </a:xfrm>
        </p:spPr>
      </p:pic>
      <p:sp>
        <p:nvSpPr>
          <p:cNvPr id="4" name="מציין מיקום של מספר שקופית 3">
            <a:extLst>
              <a:ext uri="{FF2B5EF4-FFF2-40B4-BE49-F238E27FC236}">
                <a16:creationId xmlns:a16="http://schemas.microsoft.com/office/drawing/2014/main" id="{52ED42F6-9E7F-ED43-A1D5-3C42C2C76F9A}"/>
              </a:ext>
            </a:extLst>
          </p:cNvPr>
          <p:cNvSpPr>
            <a:spLocks noGrp="1"/>
          </p:cNvSpPr>
          <p:nvPr>
            <p:ph type="sldNum" sz="quarter" idx="12"/>
          </p:nvPr>
        </p:nvSpPr>
        <p:spPr/>
        <p:txBody>
          <a:bodyPr/>
          <a:lstStyle/>
          <a:p>
            <a:fld id="{519954A3-9DFD-4C44-94BA-B95130A3BA1C}" type="slidenum">
              <a:rPr lang="en-US" smtClean="0"/>
              <a:t>8</a:t>
            </a:fld>
            <a:endParaRPr lang="en-US" dirty="0"/>
          </a:p>
        </p:txBody>
      </p:sp>
      <p:pic>
        <p:nvPicPr>
          <p:cNvPr id="6" name="תמונה 5">
            <a:extLst>
              <a:ext uri="{FF2B5EF4-FFF2-40B4-BE49-F238E27FC236}">
                <a16:creationId xmlns:a16="http://schemas.microsoft.com/office/drawing/2014/main" id="{90D4BA2A-EB52-C749-694D-C0AAB24F51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31" y="1633826"/>
            <a:ext cx="5463761" cy="4953000"/>
          </a:xfrm>
          <a:prstGeom prst="rect">
            <a:avLst/>
          </a:prstGeom>
        </p:spPr>
      </p:pic>
    </p:spTree>
    <p:extLst>
      <p:ext uri="{BB962C8B-B14F-4D97-AF65-F5344CB8AC3E}">
        <p14:creationId xmlns:p14="http://schemas.microsoft.com/office/powerpoint/2010/main" val="1886641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2AABA6C-7218-D422-C834-A803C79798D1}"/>
              </a:ext>
            </a:extLst>
          </p:cNvPr>
          <p:cNvSpPr>
            <a:spLocks noGrp="1"/>
          </p:cNvSpPr>
          <p:nvPr>
            <p:ph type="title"/>
          </p:nvPr>
        </p:nvSpPr>
        <p:spPr/>
        <p:txBody>
          <a:bodyPr/>
          <a:lstStyle/>
          <a:p>
            <a:endParaRPr lang="he-IL"/>
          </a:p>
        </p:txBody>
      </p:sp>
      <p:pic>
        <p:nvPicPr>
          <p:cNvPr id="5" name="מציין מיקום תוכן 4">
            <a:extLst>
              <a:ext uri="{FF2B5EF4-FFF2-40B4-BE49-F238E27FC236}">
                <a16:creationId xmlns:a16="http://schemas.microsoft.com/office/drawing/2014/main" id="{A3BF4A33-C820-2EE0-7329-CC22784E43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45667" y="1575042"/>
            <a:ext cx="4276725" cy="2619375"/>
          </a:xfrm>
        </p:spPr>
      </p:pic>
      <p:sp>
        <p:nvSpPr>
          <p:cNvPr id="4" name="מציין מיקום של מספר שקופית 3">
            <a:extLst>
              <a:ext uri="{FF2B5EF4-FFF2-40B4-BE49-F238E27FC236}">
                <a16:creationId xmlns:a16="http://schemas.microsoft.com/office/drawing/2014/main" id="{FE670437-CF39-6543-4429-AE192F4A20C0}"/>
              </a:ext>
            </a:extLst>
          </p:cNvPr>
          <p:cNvSpPr>
            <a:spLocks noGrp="1"/>
          </p:cNvSpPr>
          <p:nvPr>
            <p:ph type="sldNum" sz="quarter" idx="12"/>
          </p:nvPr>
        </p:nvSpPr>
        <p:spPr/>
        <p:txBody>
          <a:bodyPr/>
          <a:lstStyle/>
          <a:p>
            <a:fld id="{519954A3-9DFD-4C44-94BA-B95130A3BA1C}" type="slidenum">
              <a:rPr lang="en-US" smtClean="0"/>
              <a:t>9</a:t>
            </a:fld>
            <a:endParaRPr lang="en-US" dirty="0"/>
          </a:p>
        </p:txBody>
      </p:sp>
      <p:pic>
        <p:nvPicPr>
          <p:cNvPr id="6" name="תמונה 5">
            <a:extLst>
              <a:ext uri="{FF2B5EF4-FFF2-40B4-BE49-F238E27FC236}">
                <a16:creationId xmlns:a16="http://schemas.microsoft.com/office/drawing/2014/main" id="{34E224C2-367E-7D3F-F7E2-C9535484C1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7609" y="1385887"/>
            <a:ext cx="4695825" cy="3324225"/>
          </a:xfrm>
          <a:prstGeom prst="rect">
            <a:avLst/>
          </a:prstGeom>
        </p:spPr>
      </p:pic>
      <p:pic>
        <p:nvPicPr>
          <p:cNvPr id="7" name="תמונה 6">
            <a:extLst>
              <a:ext uri="{FF2B5EF4-FFF2-40B4-BE49-F238E27FC236}">
                <a16:creationId xmlns:a16="http://schemas.microsoft.com/office/drawing/2014/main" id="{2DE01BD5-EA59-631B-91FD-45CB06BAA5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071299"/>
            <a:ext cx="3701200" cy="2786701"/>
          </a:xfrm>
          <a:prstGeom prst="rect">
            <a:avLst/>
          </a:prstGeom>
        </p:spPr>
      </p:pic>
    </p:spTree>
    <p:extLst>
      <p:ext uri="{BB962C8B-B14F-4D97-AF65-F5344CB8AC3E}">
        <p14:creationId xmlns:p14="http://schemas.microsoft.com/office/powerpoint/2010/main" val="164966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741C5C7-3902-7F17-CDD3-0368DC7B91D3}"/>
              </a:ext>
            </a:extLst>
          </p:cNvPr>
          <p:cNvSpPr>
            <a:spLocks noGrp="1"/>
          </p:cNvSpPr>
          <p:nvPr>
            <p:ph type="title"/>
          </p:nvPr>
        </p:nvSpPr>
        <p:spPr/>
        <p:txBody>
          <a:bodyPr/>
          <a:lstStyle/>
          <a:p>
            <a:endParaRPr lang="he-IL"/>
          </a:p>
        </p:txBody>
      </p:sp>
      <p:pic>
        <p:nvPicPr>
          <p:cNvPr id="5" name="מציין מיקום תוכן 4">
            <a:extLst>
              <a:ext uri="{FF2B5EF4-FFF2-40B4-BE49-F238E27FC236}">
                <a16:creationId xmlns:a16="http://schemas.microsoft.com/office/drawing/2014/main" id="{4B59522F-ED62-31D2-44CC-3D1C5CEFD0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57672" y="131473"/>
            <a:ext cx="3905250" cy="2276475"/>
          </a:xfrm>
        </p:spPr>
      </p:pic>
      <p:sp>
        <p:nvSpPr>
          <p:cNvPr id="4" name="מציין מיקום של מספר שקופית 3">
            <a:extLst>
              <a:ext uri="{FF2B5EF4-FFF2-40B4-BE49-F238E27FC236}">
                <a16:creationId xmlns:a16="http://schemas.microsoft.com/office/drawing/2014/main" id="{AB78D093-8C0C-B613-126D-288193CA7A35}"/>
              </a:ext>
            </a:extLst>
          </p:cNvPr>
          <p:cNvSpPr>
            <a:spLocks noGrp="1"/>
          </p:cNvSpPr>
          <p:nvPr>
            <p:ph type="sldNum" sz="quarter" idx="12"/>
          </p:nvPr>
        </p:nvSpPr>
        <p:spPr/>
        <p:txBody>
          <a:bodyPr/>
          <a:lstStyle/>
          <a:p>
            <a:fld id="{519954A3-9DFD-4C44-94BA-B95130A3BA1C}" type="slidenum">
              <a:rPr lang="en-US" smtClean="0"/>
              <a:t>10</a:t>
            </a:fld>
            <a:endParaRPr lang="en-US" dirty="0"/>
          </a:p>
        </p:txBody>
      </p:sp>
      <p:pic>
        <p:nvPicPr>
          <p:cNvPr id="6" name="תמונה 5">
            <a:extLst>
              <a:ext uri="{FF2B5EF4-FFF2-40B4-BE49-F238E27FC236}">
                <a16:creationId xmlns:a16="http://schemas.microsoft.com/office/drawing/2014/main" id="{643A5A9C-1F2A-0F99-0534-F9391233D4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4442" y="1459345"/>
            <a:ext cx="4400550" cy="2981325"/>
          </a:xfrm>
          <a:prstGeom prst="rect">
            <a:avLst/>
          </a:prstGeom>
        </p:spPr>
      </p:pic>
      <p:pic>
        <p:nvPicPr>
          <p:cNvPr id="7" name="תמונה 6">
            <a:extLst>
              <a:ext uri="{FF2B5EF4-FFF2-40B4-BE49-F238E27FC236}">
                <a16:creationId xmlns:a16="http://schemas.microsoft.com/office/drawing/2014/main" id="{2E28C29A-58C6-9F27-13DE-786C4A80D8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6455" y="3657889"/>
            <a:ext cx="4067175" cy="2886075"/>
          </a:xfrm>
          <a:prstGeom prst="rect">
            <a:avLst/>
          </a:prstGeom>
        </p:spPr>
      </p:pic>
    </p:spTree>
    <p:extLst>
      <p:ext uri="{BB962C8B-B14F-4D97-AF65-F5344CB8AC3E}">
        <p14:creationId xmlns:p14="http://schemas.microsoft.com/office/powerpoint/2010/main" val="403180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heel(1)">
                                      <p:cBhvr>
                                        <p:cTn id="11" dur="20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ADE097B-32E9-1E03-A7A0-3BFB5C085E5C}"/>
              </a:ext>
            </a:extLst>
          </p:cNvPr>
          <p:cNvSpPr>
            <a:spLocks noGrp="1"/>
          </p:cNvSpPr>
          <p:nvPr>
            <p:ph type="title"/>
          </p:nvPr>
        </p:nvSpPr>
        <p:spPr/>
        <p:txBody>
          <a:bodyPr/>
          <a:lstStyle/>
          <a:p>
            <a:r>
              <a:rPr lang="he-IL" dirty="0"/>
              <a:t>החמרה מבחינה פסיכולוגית</a:t>
            </a:r>
          </a:p>
        </p:txBody>
      </p:sp>
      <p:pic>
        <p:nvPicPr>
          <p:cNvPr id="5" name="מציין מיקום תוכן 4">
            <a:extLst>
              <a:ext uri="{FF2B5EF4-FFF2-40B4-BE49-F238E27FC236}">
                <a16:creationId xmlns:a16="http://schemas.microsoft.com/office/drawing/2014/main" id="{16C335B4-62AF-D0F3-5423-E21F610319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133" y="2826326"/>
            <a:ext cx="12380055" cy="3229072"/>
          </a:xfrm>
        </p:spPr>
      </p:pic>
      <p:sp>
        <p:nvSpPr>
          <p:cNvPr id="4" name="מציין מיקום של מספר שקופית 3">
            <a:extLst>
              <a:ext uri="{FF2B5EF4-FFF2-40B4-BE49-F238E27FC236}">
                <a16:creationId xmlns:a16="http://schemas.microsoft.com/office/drawing/2014/main" id="{BC4A530A-8085-D8E0-E619-656B6504EE82}"/>
              </a:ext>
            </a:extLst>
          </p:cNvPr>
          <p:cNvSpPr>
            <a:spLocks noGrp="1"/>
          </p:cNvSpPr>
          <p:nvPr>
            <p:ph type="sldNum" sz="quarter" idx="12"/>
          </p:nvPr>
        </p:nvSpPr>
        <p:spPr/>
        <p:txBody>
          <a:bodyPr/>
          <a:lstStyle/>
          <a:p>
            <a:fld id="{519954A3-9DFD-4C44-94BA-B95130A3BA1C}" type="slidenum">
              <a:rPr lang="en-US" smtClean="0"/>
              <a:t>11</a:t>
            </a:fld>
            <a:endParaRPr lang="en-US" dirty="0"/>
          </a:p>
        </p:txBody>
      </p:sp>
      <p:pic>
        <p:nvPicPr>
          <p:cNvPr id="6" name="תמונה 5">
            <a:extLst>
              <a:ext uri="{FF2B5EF4-FFF2-40B4-BE49-F238E27FC236}">
                <a16:creationId xmlns:a16="http://schemas.microsoft.com/office/drawing/2014/main" id="{30420C1E-86E1-AC3B-08CF-22C9211B51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3250" y="131473"/>
            <a:ext cx="5238750" cy="3012179"/>
          </a:xfrm>
          <a:prstGeom prst="rect">
            <a:avLst/>
          </a:prstGeom>
        </p:spPr>
      </p:pic>
    </p:spTree>
    <p:extLst>
      <p:ext uri="{BB962C8B-B14F-4D97-AF65-F5344CB8AC3E}">
        <p14:creationId xmlns:p14="http://schemas.microsoft.com/office/powerpoint/2010/main" val="3517386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8F4D51E-8E39-1830-B8DB-FE5A558FB6D4}"/>
              </a:ext>
            </a:extLst>
          </p:cNvPr>
          <p:cNvSpPr>
            <a:spLocks noGrp="1"/>
          </p:cNvSpPr>
          <p:nvPr>
            <p:ph type="title"/>
          </p:nvPr>
        </p:nvSpPr>
        <p:spPr/>
        <p:txBody>
          <a:bodyPr/>
          <a:lstStyle/>
          <a:p>
            <a:r>
              <a:rPr lang="he-IL" dirty="0"/>
              <a:t>המשמעות הכלכלית</a:t>
            </a:r>
          </a:p>
        </p:txBody>
      </p:sp>
      <p:pic>
        <p:nvPicPr>
          <p:cNvPr id="5" name="מציין מיקום תוכן 4">
            <a:extLst>
              <a:ext uri="{FF2B5EF4-FFF2-40B4-BE49-F238E27FC236}">
                <a16:creationId xmlns:a16="http://schemas.microsoft.com/office/drawing/2014/main" id="{81C18C78-3052-EF92-8F70-D489012ACA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98" y="1884098"/>
            <a:ext cx="9686925" cy="4533900"/>
          </a:xfrm>
        </p:spPr>
      </p:pic>
      <p:sp>
        <p:nvSpPr>
          <p:cNvPr id="4" name="מציין מיקום של מספר שקופית 3">
            <a:extLst>
              <a:ext uri="{FF2B5EF4-FFF2-40B4-BE49-F238E27FC236}">
                <a16:creationId xmlns:a16="http://schemas.microsoft.com/office/drawing/2014/main" id="{9F8EC46E-D33D-31B8-2AD0-31D443844413}"/>
              </a:ext>
            </a:extLst>
          </p:cNvPr>
          <p:cNvSpPr>
            <a:spLocks noGrp="1"/>
          </p:cNvSpPr>
          <p:nvPr>
            <p:ph type="sldNum" sz="quarter" idx="12"/>
          </p:nvPr>
        </p:nvSpPr>
        <p:spPr/>
        <p:txBody>
          <a:bodyPr/>
          <a:lstStyle/>
          <a:p>
            <a:fld id="{519954A3-9DFD-4C44-94BA-B95130A3BA1C}" type="slidenum">
              <a:rPr lang="en-US" smtClean="0"/>
              <a:t>12</a:t>
            </a:fld>
            <a:endParaRPr lang="en-US" dirty="0"/>
          </a:p>
        </p:txBody>
      </p:sp>
      <p:pic>
        <p:nvPicPr>
          <p:cNvPr id="12" name="תמונה 11">
            <a:extLst>
              <a:ext uri="{FF2B5EF4-FFF2-40B4-BE49-F238E27FC236}">
                <a16:creationId xmlns:a16="http://schemas.microsoft.com/office/drawing/2014/main" id="{6BA33DD5-19D1-9DD0-4CC0-27E0D5EFDA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8411" y="131473"/>
            <a:ext cx="2821491" cy="3577167"/>
          </a:xfrm>
          <a:prstGeom prst="rect">
            <a:avLst/>
          </a:prstGeom>
        </p:spPr>
      </p:pic>
    </p:spTree>
    <p:extLst>
      <p:ext uri="{BB962C8B-B14F-4D97-AF65-F5344CB8AC3E}">
        <p14:creationId xmlns:p14="http://schemas.microsoft.com/office/powerpoint/2010/main" val="3885126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5BA39D7-F897-9E58-6192-2712B8CEA708}"/>
              </a:ext>
            </a:extLst>
          </p:cNvPr>
          <p:cNvSpPr>
            <a:spLocks noGrp="1"/>
          </p:cNvSpPr>
          <p:nvPr>
            <p:ph type="title"/>
          </p:nvPr>
        </p:nvSpPr>
        <p:spPr/>
        <p:txBody>
          <a:bodyPr/>
          <a:lstStyle/>
          <a:p>
            <a:r>
              <a:rPr lang="he-IL" dirty="0"/>
              <a:t>מהי </a:t>
            </a:r>
            <a:r>
              <a:rPr lang="he-IL" dirty="0" err="1"/>
              <a:t>חומרא</a:t>
            </a:r>
            <a:r>
              <a:rPr lang="he-IL" dirty="0"/>
              <a:t>?</a:t>
            </a:r>
          </a:p>
        </p:txBody>
      </p:sp>
      <p:sp>
        <p:nvSpPr>
          <p:cNvPr id="4" name="מציין מיקום של מספר שקופית 3">
            <a:extLst>
              <a:ext uri="{FF2B5EF4-FFF2-40B4-BE49-F238E27FC236}">
                <a16:creationId xmlns:a16="http://schemas.microsoft.com/office/drawing/2014/main" id="{BBC0D6FB-5130-C49B-D972-B3641528F501}"/>
              </a:ext>
            </a:extLst>
          </p:cNvPr>
          <p:cNvSpPr>
            <a:spLocks noGrp="1"/>
          </p:cNvSpPr>
          <p:nvPr>
            <p:ph type="sldNum" sz="quarter" idx="12"/>
          </p:nvPr>
        </p:nvSpPr>
        <p:spPr/>
        <p:txBody>
          <a:bodyPr/>
          <a:lstStyle/>
          <a:p>
            <a:fld id="{519954A3-9DFD-4C44-94BA-B95130A3BA1C}" type="slidenum">
              <a:rPr lang="en-US" smtClean="0"/>
              <a:t>13</a:t>
            </a:fld>
            <a:endParaRPr lang="en-US" dirty="0"/>
          </a:p>
        </p:txBody>
      </p:sp>
      <p:sp>
        <p:nvSpPr>
          <p:cNvPr id="9" name="מציין מיקום תוכן 8">
            <a:extLst>
              <a:ext uri="{FF2B5EF4-FFF2-40B4-BE49-F238E27FC236}">
                <a16:creationId xmlns:a16="http://schemas.microsoft.com/office/drawing/2014/main" id="{618605CD-2DCA-E169-8970-8D595ADAD222}"/>
              </a:ext>
            </a:extLst>
          </p:cNvPr>
          <p:cNvSpPr>
            <a:spLocks noGrp="1"/>
          </p:cNvSpPr>
          <p:nvPr>
            <p:ph idx="1"/>
          </p:nvPr>
        </p:nvSpPr>
        <p:spPr>
          <a:xfrm>
            <a:off x="157018" y="1634837"/>
            <a:ext cx="8584815" cy="5116946"/>
          </a:xfrm>
        </p:spPr>
        <p:txBody>
          <a:bodyPr/>
          <a:lstStyle/>
          <a:p>
            <a:r>
              <a:rPr lang="he-IL" b="0" i="0" dirty="0">
                <a:solidFill>
                  <a:srgbClr val="000000"/>
                </a:solidFill>
                <a:effectLst/>
                <a:highlight>
                  <a:srgbClr val="FFFFFF"/>
                </a:highlight>
                <a:latin typeface="Open Sans" panose="02000000000000000000" pitchFamily="2" charset="0"/>
              </a:rPr>
              <a:t>אך בשאלה מתי יש “להחמיר”, לא במובן של חם וקר, אלא מנקודת הדין הטהור, </a:t>
            </a:r>
          </a:p>
          <a:p>
            <a:r>
              <a:rPr lang="he-IL" b="0" i="0" dirty="0" err="1">
                <a:solidFill>
                  <a:srgbClr val="000000"/>
                </a:solidFill>
                <a:effectLst/>
                <a:highlight>
                  <a:srgbClr val="FFFFFF"/>
                </a:highlight>
                <a:latin typeface="Open Sans" panose="02000000000000000000" pitchFamily="2" charset="0"/>
              </a:rPr>
              <a:t>החזו”א</a:t>
            </a:r>
            <a:r>
              <a:rPr lang="he-IL" b="0" i="0" dirty="0">
                <a:solidFill>
                  <a:srgbClr val="000000"/>
                </a:solidFill>
                <a:effectLst/>
                <a:highlight>
                  <a:srgbClr val="FFFFFF"/>
                </a:highlight>
                <a:latin typeface="Open Sans" panose="02000000000000000000" pitchFamily="2" charset="0"/>
              </a:rPr>
              <a:t> הגדיר היטב (קובץ אגרות </a:t>
            </a:r>
            <a:r>
              <a:rPr lang="he-IL" b="0" i="0" dirty="0" err="1">
                <a:solidFill>
                  <a:srgbClr val="000000"/>
                </a:solidFill>
                <a:effectLst/>
                <a:highlight>
                  <a:srgbClr val="FFFFFF"/>
                </a:highlight>
                <a:latin typeface="Open Sans" panose="02000000000000000000" pitchFamily="2" charset="0"/>
              </a:rPr>
              <a:t>ח”ב</a:t>
            </a:r>
            <a:r>
              <a:rPr lang="he-IL" b="0" i="0" dirty="0">
                <a:solidFill>
                  <a:srgbClr val="000000"/>
                </a:solidFill>
                <a:effectLst/>
                <a:highlight>
                  <a:srgbClr val="FFFFFF"/>
                </a:highlight>
                <a:latin typeface="Open Sans" panose="02000000000000000000" pitchFamily="2" charset="0"/>
              </a:rPr>
              <a:t> סי’ כ”ח), “וכל אלו הדברים אינם נקבעים על ראיות מכריעות, אלא נובעות מהעיקר היסודי שאין להתיר אלא </a:t>
            </a:r>
            <a:r>
              <a:rPr lang="he-IL" b="0" i="0" dirty="0" err="1">
                <a:solidFill>
                  <a:srgbClr val="000000"/>
                </a:solidFill>
                <a:effectLst/>
                <a:highlight>
                  <a:srgbClr val="FFFFFF"/>
                </a:highlight>
                <a:latin typeface="Open Sans" panose="02000000000000000000" pitchFamily="2" charset="0"/>
              </a:rPr>
              <a:t>בודאות</a:t>
            </a:r>
            <a:r>
              <a:rPr lang="he-IL" b="0" i="0" dirty="0">
                <a:solidFill>
                  <a:srgbClr val="000000"/>
                </a:solidFill>
                <a:effectLst/>
                <a:highlight>
                  <a:srgbClr val="FFFFFF"/>
                </a:highlight>
                <a:latin typeface="Open Sans" panose="02000000000000000000" pitchFamily="2" charset="0"/>
              </a:rPr>
              <a:t>, וכל שאינו </a:t>
            </a:r>
            <a:r>
              <a:rPr lang="he-IL" b="0" i="0" dirty="0" err="1">
                <a:solidFill>
                  <a:srgbClr val="000000"/>
                </a:solidFill>
                <a:effectLst/>
                <a:highlight>
                  <a:srgbClr val="FFFFFF"/>
                </a:highlight>
                <a:latin typeface="Open Sans" panose="02000000000000000000" pitchFamily="2" charset="0"/>
              </a:rPr>
              <a:t>בודאות</a:t>
            </a:r>
            <a:r>
              <a:rPr lang="he-IL" b="0" i="0" dirty="0">
                <a:solidFill>
                  <a:srgbClr val="000000"/>
                </a:solidFill>
                <a:effectLst/>
                <a:highlight>
                  <a:srgbClr val="FFFFFF"/>
                </a:highlight>
                <a:latin typeface="Open Sans" panose="02000000000000000000" pitchFamily="2" charset="0"/>
              </a:rPr>
              <a:t> היתר הוא אסור”. </a:t>
            </a:r>
            <a:endParaRPr lang="he-IL" dirty="0"/>
          </a:p>
        </p:txBody>
      </p:sp>
      <p:pic>
        <p:nvPicPr>
          <p:cNvPr id="10" name="תמונה 9">
            <a:extLst>
              <a:ext uri="{FF2B5EF4-FFF2-40B4-BE49-F238E27FC236}">
                <a16:creationId xmlns:a16="http://schemas.microsoft.com/office/drawing/2014/main" id="{2E18C7E9-4BF1-493A-7DD7-6CF6707E5C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87394" y="106218"/>
            <a:ext cx="2980530" cy="4349366"/>
          </a:xfrm>
          <a:prstGeom prst="rect">
            <a:avLst/>
          </a:prstGeom>
        </p:spPr>
      </p:pic>
    </p:spTree>
    <p:extLst>
      <p:ext uri="{BB962C8B-B14F-4D97-AF65-F5344CB8AC3E}">
        <p14:creationId xmlns:p14="http://schemas.microsoft.com/office/powerpoint/2010/main" val="4260714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8867706-202D-CFDD-68E9-394136C7935C}"/>
              </a:ext>
            </a:extLst>
          </p:cNvPr>
          <p:cNvSpPr>
            <a:spLocks noGrp="1"/>
          </p:cNvSpPr>
          <p:nvPr>
            <p:ph type="title"/>
          </p:nvPr>
        </p:nvSpPr>
        <p:spPr/>
        <p:txBody>
          <a:bodyPr>
            <a:normAutofit fontScale="90000"/>
          </a:bodyPr>
          <a:lstStyle/>
          <a:p>
            <a:r>
              <a:rPr lang="he-IL" dirty="0"/>
              <a:t>טעם שנהגו ישראל להחמיר חומרות בפסח יותר מכל השנה</a:t>
            </a:r>
            <a:br>
              <a:rPr lang="he-IL" dirty="0"/>
            </a:br>
            <a:endParaRPr lang="he-IL" dirty="0"/>
          </a:p>
        </p:txBody>
      </p:sp>
      <p:sp>
        <p:nvSpPr>
          <p:cNvPr id="4" name="מציין מיקום של מספר שקופית 3">
            <a:extLst>
              <a:ext uri="{FF2B5EF4-FFF2-40B4-BE49-F238E27FC236}">
                <a16:creationId xmlns:a16="http://schemas.microsoft.com/office/drawing/2014/main" id="{0D76DD0D-7A0D-62CF-E072-14D7B28C4EEA}"/>
              </a:ext>
            </a:extLst>
          </p:cNvPr>
          <p:cNvSpPr>
            <a:spLocks noGrp="1"/>
          </p:cNvSpPr>
          <p:nvPr>
            <p:ph type="sldNum" sz="quarter" idx="12"/>
          </p:nvPr>
        </p:nvSpPr>
        <p:spPr/>
        <p:txBody>
          <a:bodyPr/>
          <a:lstStyle/>
          <a:p>
            <a:fld id="{519954A3-9DFD-4C44-94BA-B95130A3BA1C}" type="slidenum">
              <a:rPr lang="en-US" smtClean="0"/>
              <a:t>14</a:t>
            </a:fld>
            <a:endParaRPr lang="en-US" dirty="0"/>
          </a:p>
        </p:txBody>
      </p:sp>
      <p:sp>
        <p:nvSpPr>
          <p:cNvPr id="3" name="מציין מיקום תוכן 2">
            <a:extLst>
              <a:ext uri="{FF2B5EF4-FFF2-40B4-BE49-F238E27FC236}">
                <a16:creationId xmlns:a16="http://schemas.microsoft.com/office/drawing/2014/main" id="{7A8D7165-93CB-D546-5DD5-A9162116179F}"/>
              </a:ext>
            </a:extLst>
          </p:cNvPr>
          <p:cNvSpPr>
            <a:spLocks noGrp="1"/>
          </p:cNvSpPr>
          <p:nvPr>
            <p:ph idx="1"/>
          </p:nvPr>
        </p:nvSpPr>
        <p:spPr/>
        <p:txBody>
          <a:bodyPr>
            <a:normAutofit lnSpcReduction="10000"/>
          </a:bodyPr>
          <a:lstStyle/>
          <a:p>
            <a:r>
              <a:rPr lang="he-IL" dirty="0"/>
              <a:t>משום שהיא המצווה הראשונה </a:t>
            </a:r>
            <a:r>
              <a:rPr lang="he-IL" dirty="0" err="1"/>
              <a:t>שנצטוו</a:t>
            </a:r>
            <a:r>
              <a:rPr lang="he-IL" dirty="0"/>
              <a:t> עליה ישראל כולם וקיבלו עליהם באהבה והחמירו בכלליה ופרטיה וכל המאריך בדקדוקיה מארכים לו ימיו ושנותיו  - </a:t>
            </a:r>
            <a:r>
              <a:rPr lang="he-IL" dirty="0" err="1"/>
              <a:t>רדב"ז</a:t>
            </a:r>
            <a:r>
              <a:rPr lang="he-IL" dirty="0"/>
              <a:t> </a:t>
            </a:r>
            <a:r>
              <a:rPr lang="he-IL" dirty="0" err="1"/>
              <a:t>ח"ג</a:t>
            </a:r>
            <a:r>
              <a:rPr lang="he-IL" dirty="0"/>
              <a:t> </a:t>
            </a:r>
            <a:r>
              <a:rPr lang="he-IL" dirty="0" err="1"/>
              <a:t>תקמו</a:t>
            </a:r>
            <a:r>
              <a:rPr lang="he-IL" dirty="0"/>
              <a:t> ושו"ת מן השמים סימן ע( .</a:t>
            </a:r>
          </a:p>
          <a:p>
            <a:r>
              <a:rPr lang="he-IL" dirty="0"/>
              <a:t>טעם אחר: לפי שכל יציאת מצרים היה בגלל שלא שינו שמם לשונם ולבושם שהוא בגדר </a:t>
            </a:r>
            <a:r>
              <a:rPr lang="he-IL" dirty="0" err="1"/>
              <a:t>חומרא</a:t>
            </a:r>
            <a:r>
              <a:rPr lang="he-IL" dirty="0"/>
              <a:t> יתירה ולכן מקפידים בפסח על חמורות והרחקות יותר מכל השנה )</a:t>
            </a:r>
            <a:r>
              <a:rPr lang="he-IL" sz="1000" dirty="0"/>
              <a:t>משך חכמה פרשת בא על הפסוק ואתם לא תצאו(.</a:t>
            </a:r>
          </a:p>
          <a:p>
            <a:r>
              <a:rPr lang="he-IL" dirty="0"/>
              <a:t>טעם אחר: כיון שראינו שהקב"ה מחמיר וכתב בל יראה ובל ימצא ומאי </a:t>
            </a:r>
            <a:r>
              <a:rPr lang="he-IL" dirty="0" err="1"/>
              <a:t>נפק"מ</a:t>
            </a:r>
            <a:r>
              <a:rPr lang="he-IL" dirty="0"/>
              <a:t> לקב"ה אם אנו אוכלים חמץ או מצה אלא כמלך </a:t>
            </a:r>
            <a:r>
              <a:rPr lang="he-IL" dirty="0" err="1"/>
              <a:t>שצוה</a:t>
            </a:r>
            <a:r>
              <a:rPr lang="he-IL" dirty="0"/>
              <a:t> על עבדיו לעשות דבר וכשהם רואים שהמלך מאד מחמיר בדבר גם עבדיו מחמירים בדבר זה </a:t>
            </a:r>
            <a:r>
              <a:rPr lang="he-IL" sz="1000" dirty="0"/>
              <a:t>) )ילקוט יושר דף צ בשם רבו בעל תרומת הדשן(</a:t>
            </a:r>
          </a:p>
          <a:p>
            <a:r>
              <a:rPr lang="he-IL" sz="2400" dirty="0"/>
              <a:t>בסגולותיה: מובא בשם האר"י שאמר "שכל הנזהר ממשהו בחמץ מובטח לו שלא יחטא כל השנה" )באר היטב תמו א(. </a:t>
            </a:r>
          </a:p>
          <a:p>
            <a:r>
              <a:rPr lang="he-IL" sz="2400" dirty="0"/>
              <a:t>יש שכתבו מי שנשמר בפסח יועיל לו שלא יזדמן לו חטא כל השנה )</a:t>
            </a:r>
            <a:r>
              <a:rPr lang="he-IL" sz="1100" dirty="0"/>
              <a:t>אמרי פנחס אות </a:t>
            </a:r>
          </a:p>
          <a:p>
            <a:r>
              <a:rPr lang="he-IL" sz="1100" dirty="0" err="1"/>
              <a:t>רנב</a:t>
            </a:r>
            <a:r>
              <a:rPr lang="he-IL" sz="1100" dirty="0"/>
              <a:t> </a:t>
            </a:r>
            <a:r>
              <a:rPr lang="he-IL" sz="1100" dirty="0" err="1"/>
              <a:t>דהקשה</a:t>
            </a:r>
            <a:r>
              <a:rPr lang="he-IL" sz="1100" dirty="0"/>
              <a:t> איך אדם מובטח על החטא(, </a:t>
            </a:r>
          </a:p>
          <a:p>
            <a:r>
              <a:rPr lang="he-IL" sz="2400" dirty="0"/>
              <a:t>וכן כתב המקובל רבי עמנואל חי ריקי בעל משנת חסידים )ניסן פרק ג אות ד( "והשומר בפסח מחמץ כהלכתו ומחמיר בכל החומרות שמחמירים יועיל לו לנפש כל השנה"</a:t>
            </a:r>
          </a:p>
        </p:txBody>
      </p:sp>
    </p:spTree>
    <p:extLst>
      <p:ext uri="{BB962C8B-B14F-4D97-AF65-F5344CB8AC3E}">
        <p14:creationId xmlns:p14="http://schemas.microsoft.com/office/powerpoint/2010/main" val="33652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52CA242-96B9-9E1C-5FB2-9605F4BFA4B7}"/>
              </a:ext>
            </a:extLst>
          </p:cNvPr>
          <p:cNvSpPr>
            <a:spLocks noGrp="1"/>
          </p:cNvSpPr>
          <p:nvPr>
            <p:ph type="title"/>
          </p:nvPr>
        </p:nvSpPr>
        <p:spPr/>
        <p:txBody>
          <a:bodyPr/>
          <a:lstStyle/>
          <a:p>
            <a:r>
              <a:rPr lang="he-IL" dirty="0"/>
              <a:t>טעם שתית המשקה - </a:t>
            </a:r>
            <a:r>
              <a:rPr lang="he-IL"/>
              <a:t>בארשט</a:t>
            </a:r>
          </a:p>
        </p:txBody>
      </p:sp>
      <p:sp>
        <p:nvSpPr>
          <p:cNvPr id="3" name="מציין מיקום תוכן 2">
            <a:extLst>
              <a:ext uri="{FF2B5EF4-FFF2-40B4-BE49-F238E27FC236}">
                <a16:creationId xmlns:a16="http://schemas.microsoft.com/office/drawing/2014/main" id="{811DCDD1-9C39-EE47-0D5A-C33038788CFB}"/>
              </a:ext>
            </a:extLst>
          </p:cNvPr>
          <p:cNvSpPr>
            <a:spLocks noGrp="1"/>
          </p:cNvSpPr>
          <p:nvPr>
            <p:ph idx="1"/>
          </p:nvPr>
        </p:nvSpPr>
        <p:spPr/>
        <p:txBody>
          <a:bodyPr/>
          <a:lstStyle/>
          <a:p>
            <a:r>
              <a:rPr lang="he-IL" dirty="0"/>
              <a:t>הטעם שרבים נוהגים לשתות משקה חמוץ שנקרא "</a:t>
            </a:r>
            <a:r>
              <a:rPr lang="he-IL" dirty="0" err="1"/>
              <a:t>בארשט</a:t>
            </a:r>
            <a:r>
              <a:rPr lang="he-IL" dirty="0"/>
              <a:t>" בפסח כדי להוציא מליבם של קראים וצדוקים שמפרשים את הפסוק "כל מחמצת לא תאכלו", כפשוטו של מקרא שאין לאכול דברים חמוצים בפסח, וכדי לעקור את דבריהם ולפרש הפסוק על פי מסורות חז"ל שפירושה עיסה שהתחמצה שותים </a:t>
            </a:r>
            <a:r>
              <a:rPr lang="he-IL" dirty="0" err="1"/>
              <a:t>בארשט</a:t>
            </a:r>
            <a:r>
              <a:rPr lang="he-IL" dirty="0"/>
              <a:t> שהוא סלק חמוץ להורות שהוא מותר בלא כל ספק )הגדה ילקוט שמעוני הובא בספר מנהג ישראל תורה(</a:t>
            </a:r>
          </a:p>
        </p:txBody>
      </p:sp>
      <p:sp>
        <p:nvSpPr>
          <p:cNvPr id="4" name="מציין מיקום של מספר שקופית 3">
            <a:extLst>
              <a:ext uri="{FF2B5EF4-FFF2-40B4-BE49-F238E27FC236}">
                <a16:creationId xmlns:a16="http://schemas.microsoft.com/office/drawing/2014/main" id="{A297D4A7-232C-FC20-0129-087FC412FD81}"/>
              </a:ext>
            </a:extLst>
          </p:cNvPr>
          <p:cNvSpPr>
            <a:spLocks noGrp="1"/>
          </p:cNvSpPr>
          <p:nvPr>
            <p:ph type="sldNum" sz="quarter" idx="12"/>
          </p:nvPr>
        </p:nvSpPr>
        <p:spPr/>
        <p:txBody>
          <a:bodyPr/>
          <a:lstStyle/>
          <a:p>
            <a:fld id="{519954A3-9DFD-4C44-94BA-B95130A3BA1C}" type="slidenum">
              <a:rPr lang="en-US" smtClean="0"/>
              <a:t>15</a:t>
            </a:fld>
            <a:endParaRPr lang="en-US" dirty="0"/>
          </a:p>
        </p:txBody>
      </p:sp>
    </p:spTree>
    <p:extLst>
      <p:ext uri="{BB962C8B-B14F-4D97-AF65-F5344CB8AC3E}">
        <p14:creationId xmlns:p14="http://schemas.microsoft.com/office/powerpoint/2010/main" val="176354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112547D-1EA2-75D5-5AED-EF24B25CA084}"/>
              </a:ext>
            </a:extLst>
          </p:cNvPr>
          <p:cNvSpPr>
            <a:spLocks noGrp="1"/>
          </p:cNvSpPr>
          <p:nvPr>
            <p:ph type="title"/>
          </p:nvPr>
        </p:nvSpPr>
        <p:spPr/>
        <p:txBody>
          <a:bodyPr/>
          <a:lstStyle/>
          <a:p>
            <a:r>
              <a:rPr lang="he-IL" dirty="0"/>
              <a:t>ורחץ – נטילת ידים לטיבול במשקה</a:t>
            </a:r>
          </a:p>
        </p:txBody>
      </p:sp>
      <p:sp>
        <p:nvSpPr>
          <p:cNvPr id="3" name="מציין מיקום תוכן 2">
            <a:extLst>
              <a:ext uri="{FF2B5EF4-FFF2-40B4-BE49-F238E27FC236}">
                <a16:creationId xmlns:a16="http://schemas.microsoft.com/office/drawing/2014/main" id="{11CC5C36-7432-9F85-0BEC-3D5397F945FB}"/>
              </a:ext>
            </a:extLst>
          </p:cNvPr>
          <p:cNvSpPr>
            <a:spLocks noGrp="1"/>
          </p:cNvSpPr>
          <p:nvPr>
            <p:ph idx="1"/>
          </p:nvPr>
        </p:nvSpPr>
        <p:spPr/>
        <p:txBody>
          <a:bodyPr/>
          <a:lstStyle/>
          <a:p>
            <a:r>
              <a:rPr lang="he-IL" dirty="0"/>
              <a:t>יש מי שאומר שאם אינו אוכל אלא פחות </a:t>
            </a:r>
            <a:r>
              <a:rPr lang="he-IL" dirty="0" err="1"/>
              <a:t>מכביצה</a:t>
            </a:r>
            <a:r>
              <a:rPr lang="he-IL" dirty="0"/>
              <a:t>, </a:t>
            </a:r>
            <a:r>
              <a:rPr lang="he-IL" dirty="0" err="1"/>
              <a:t>יטול</a:t>
            </a:r>
            <a:r>
              <a:rPr lang="he-IL" dirty="0"/>
              <a:t> ידיו ולא יברך. </a:t>
            </a:r>
          </a:p>
          <a:p>
            <a:r>
              <a:rPr lang="he-IL" dirty="0"/>
              <a:t>אם אוכל פחות </a:t>
            </a:r>
            <a:r>
              <a:rPr lang="he-IL" dirty="0" err="1"/>
              <a:t>מכזית</a:t>
            </a:r>
            <a:r>
              <a:rPr lang="he-IL" dirty="0"/>
              <a:t>, יש מי שאומר שאין צריך נטילה. </a:t>
            </a:r>
          </a:p>
          <a:p>
            <a:r>
              <a:rPr lang="he-IL" dirty="0"/>
              <a:t>אם אוכל דבר שטיבולו באחד משבעה משקין שסימנם: י"ד </a:t>
            </a:r>
            <a:r>
              <a:rPr lang="he-IL" dirty="0" err="1"/>
              <a:t>שח"ט</a:t>
            </a:r>
            <a:r>
              <a:rPr lang="he-IL" dirty="0"/>
              <a:t> </a:t>
            </a:r>
            <a:r>
              <a:rPr lang="he-IL" dirty="0" err="1"/>
              <a:t>ד"ם</a:t>
            </a:r>
            <a:r>
              <a:rPr lang="he-IL" dirty="0"/>
              <a:t> (דהיינו: יין, דבש, שמן, חלב, טל, דם, מים) ולא נתנגב, ואפילו אין ידיו נוגעות במקום המשקה, צריך נטילה בלא ברכה. הגה: ואפי' אינו מטבל רק ראש הירק או הפרי, </a:t>
            </a:r>
            <a:r>
              <a:rPr lang="he-IL" dirty="0" err="1"/>
              <a:t>אפ"ה</a:t>
            </a:r>
            <a:r>
              <a:rPr lang="he-IL" dirty="0"/>
              <a:t> </a:t>
            </a:r>
            <a:r>
              <a:rPr lang="he-IL" dirty="0" err="1"/>
              <a:t>יטול</a:t>
            </a:r>
            <a:r>
              <a:rPr lang="he-IL" dirty="0"/>
              <a:t> בלא ברכה (ב"י). </a:t>
            </a:r>
          </a:p>
          <a:p>
            <a:pPr marL="0" indent="0">
              <a:buNone/>
            </a:pPr>
            <a:r>
              <a:rPr lang="he-IL" dirty="0"/>
              <a:t>משנה ברורה סימן קנח </a:t>
            </a:r>
            <a:r>
              <a:rPr lang="he-IL" dirty="0" err="1"/>
              <a:t>ס"ק</a:t>
            </a:r>
            <a:r>
              <a:rPr lang="he-IL"/>
              <a:t> כ: </a:t>
            </a:r>
            <a:r>
              <a:rPr lang="he-IL" dirty="0"/>
              <a:t>בלא ברכה - כי יש מקצת הראשונים </a:t>
            </a:r>
            <a:r>
              <a:rPr lang="he-IL" dirty="0" err="1"/>
              <a:t>דסברי</a:t>
            </a:r>
            <a:r>
              <a:rPr lang="he-IL" dirty="0"/>
              <a:t> שלא הצריכו חכמים </a:t>
            </a:r>
            <a:r>
              <a:rPr lang="he-IL" dirty="0" err="1"/>
              <a:t>נט"י</a:t>
            </a:r>
            <a:r>
              <a:rPr lang="he-IL" dirty="0"/>
              <a:t> לדבר שטיבולו במשקה אלא בימיהם שהיו אוכלים בטהרה </a:t>
            </a:r>
            <a:r>
              <a:rPr lang="he-IL" dirty="0" err="1"/>
              <a:t>משא"כ</a:t>
            </a:r>
            <a:r>
              <a:rPr lang="he-IL" dirty="0"/>
              <a:t> עכשיו שכולנו טמאי מתים ולכך לא יברך </a:t>
            </a:r>
            <a:r>
              <a:rPr lang="he-IL" dirty="0" err="1"/>
              <a:t>ענט"י</a:t>
            </a:r>
            <a:r>
              <a:rPr lang="he-IL" dirty="0"/>
              <a:t> שספק ברכות להקל והנה </a:t>
            </a:r>
            <a:r>
              <a:rPr lang="he-IL" dirty="0" err="1"/>
              <a:t>במ"א</a:t>
            </a:r>
            <a:r>
              <a:rPr lang="he-IL" dirty="0"/>
              <a:t> הביא בשם </a:t>
            </a:r>
            <a:r>
              <a:rPr lang="he-IL" dirty="0" err="1"/>
              <a:t>הל"ח</a:t>
            </a:r>
            <a:r>
              <a:rPr lang="he-IL" dirty="0"/>
              <a:t> </a:t>
            </a:r>
            <a:r>
              <a:rPr lang="he-IL" dirty="0" err="1"/>
              <a:t>דהעולם</a:t>
            </a:r>
            <a:r>
              <a:rPr lang="he-IL" dirty="0"/>
              <a:t> נוהגים שלא ליטול ויש להם על מה </a:t>
            </a:r>
            <a:r>
              <a:rPr lang="he-IL" dirty="0" err="1"/>
              <a:t>שיסמוכו</a:t>
            </a:r>
            <a:r>
              <a:rPr lang="he-IL" dirty="0"/>
              <a:t> היינו על מקצת הראשונים הנ"ל אבל הרבה אחרונים החמירו מאד בדבר וכתבו </a:t>
            </a:r>
            <a:r>
              <a:rPr lang="he-IL" dirty="0" err="1"/>
              <a:t>דהעיקר</a:t>
            </a:r>
            <a:r>
              <a:rPr lang="he-IL" dirty="0"/>
              <a:t> כרוב הפוסקים </a:t>
            </a:r>
            <a:r>
              <a:rPr lang="he-IL" dirty="0" err="1"/>
              <a:t>דצריך</a:t>
            </a:r>
            <a:r>
              <a:rPr lang="he-IL" dirty="0"/>
              <a:t> נטילה </a:t>
            </a:r>
            <a:r>
              <a:rPr lang="he-IL" dirty="0" err="1"/>
              <a:t>מדינא</a:t>
            </a:r>
            <a:r>
              <a:rPr lang="he-IL" dirty="0"/>
              <a:t> אף </a:t>
            </a:r>
            <a:r>
              <a:rPr lang="he-IL" dirty="0" err="1"/>
              <a:t>בזה"ז</a:t>
            </a:r>
            <a:r>
              <a:rPr lang="he-IL" dirty="0"/>
              <a:t> ועיין בביאור </a:t>
            </a:r>
            <a:r>
              <a:rPr lang="he-IL" dirty="0" err="1"/>
              <a:t>הגר"א</a:t>
            </a:r>
            <a:r>
              <a:rPr lang="he-IL" dirty="0"/>
              <a:t> שגם דעתו כן והחמיר מאד בזה שאף צריך לברך ע"ז ולכן אף </a:t>
            </a:r>
            <a:r>
              <a:rPr lang="he-IL" dirty="0" err="1"/>
              <a:t>דהעולם</a:t>
            </a:r>
            <a:r>
              <a:rPr lang="he-IL" dirty="0"/>
              <a:t> אין </a:t>
            </a:r>
            <a:r>
              <a:rPr lang="he-IL" dirty="0" err="1"/>
              <a:t>נוהגין</a:t>
            </a:r>
            <a:r>
              <a:rPr lang="he-IL" dirty="0"/>
              <a:t> לברך עכ"פ אין להקל לאכול בלי נטילה. וצריך לזה כל דיני נטילה כמו לפת. ומ"מ בפחות </a:t>
            </a:r>
            <a:r>
              <a:rPr lang="he-IL" dirty="0" err="1"/>
              <a:t>מכזית</a:t>
            </a:r>
            <a:r>
              <a:rPr lang="he-IL" dirty="0"/>
              <a:t> נ"ל פשוט שאין להחמיר בזה כלל </a:t>
            </a:r>
            <a:r>
              <a:rPr lang="he-IL" dirty="0" err="1"/>
              <a:t>דאפי</a:t>
            </a:r>
            <a:r>
              <a:rPr lang="he-IL" dirty="0"/>
              <a:t>' בפת הרבה אחרונים </a:t>
            </a:r>
            <a:r>
              <a:rPr lang="he-IL" dirty="0" err="1"/>
              <a:t>מקילין</a:t>
            </a:r>
            <a:r>
              <a:rPr lang="he-IL" dirty="0"/>
              <a:t> וכנ"ל במ"ב: [אמנם מהטור (סימן תע"ג </a:t>
            </a:r>
            <a:r>
              <a:rPr lang="he-IL" dirty="0" err="1"/>
              <a:t>ותפ"ו</a:t>
            </a:r>
            <a:r>
              <a:rPr lang="he-IL" dirty="0"/>
              <a:t>) לא משמע כן עיין שם, ובטלה דעתי מפני דעתו הרחבה. ועיין שם בביאור הלכה בסימן תע"ג סעיף ו'.]</a:t>
            </a:r>
          </a:p>
          <a:p>
            <a:pPr marL="0" indent="0">
              <a:buNone/>
            </a:pPr>
            <a:endParaRPr lang="he-IL" dirty="0"/>
          </a:p>
        </p:txBody>
      </p:sp>
      <p:sp>
        <p:nvSpPr>
          <p:cNvPr id="4" name="מציין מיקום של מספר שקופית 3">
            <a:extLst>
              <a:ext uri="{FF2B5EF4-FFF2-40B4-BE49-F238E27FC236}">
                <a16:creationId xmlns:a16="http://schemas.microsoft.com/office/drawing/2014/main" id="{64FF6924-475D-D170-0D4C-3AE29F5EAC76}"/>
              </a:ext>
            </a:extLst>
          </p:cNvPr>
          <p:cNvSpPr>
            <a:spLocks noGrp="1"/>
          </p:cNvSpPr>
          <p:nvPr>
            <p:ph type="sldNum" sz="quarter" idx="12"/>
          </p:nvPr>
        </p:nvSpPr>
        <p:spPr/>
        <p:txBody>
          <a:bodyPr/>
          <a:lstStyle/>
          <a:p>
            <a:fld id="{519954A3-9DFD-4C44-94BA-B95130A3BA1C}" type="slidenum">
              <a:rPr lang="en-US" smtClean="0"/>
              <a:t>16</a:t>
            </a:fld>
            <a:endParaRPr lang="en-US" dirty="0"/>
          </a:p>
        </p:txBody>
      </p:sp>
    </p:spTree>
    <p:extLst>
      <p:ext uri="{BB962C8B-B14F-4D97-AF65-F5344CB8AC3E}">
        <p14:creationId xmlns:p14="http://schemas.microsoft.com/office/powerpoint/2010/main" val="3691144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B1F60A5-306D-57DC-327F-7A3235A825C3}"/>
              </a:ext>
            </a:extLst>
          </p:cNvPr>
          <p:cNvSpPr>
            <a:spLocks noGrp="1"/>
          </p:cNvSpPr>
          <p:nvPr>
            <p:ph type="title"/>
          </p:nvPr>
        </p:nvSpPr>
        <p:spPr/>
        <p:txBody>
          <a:bodyPr/>
          <a:lstStyle/>
          <a:p>
            <a:r>
              <a:rPr lang="he-IL" dirty="0" err="1"/>
              <a:t>כוחא</a:t>
            </a:r>
            <a:r>
              <a:rPr lang="he-IL" dirty="0"/>
              <a:t> </a:t>
            </a:r>
            <a:r>
              <a:rPr lang="he-IL" dirty="0" err="1"/>
              <a:t>דהיתרא</a:t>
            </a:r>
            <a:r>
              <a:rPr lang="he-IL" dirty="0"/>
              <a:t> עדיף</a:t>
            </a:r>
          </a:p>
        </p:txBody>
      </p:sp>
      <p:pic>
        <p:nvPicPr>
          <p:cNvPr id="6" name="מציין מיקום תוכן 5">
            <a:extLst>
              <a:ext uri="{FF2B5EF4-FFF2-40B4-BE49-F238E27FC236}">
                <a16:creationId xmlns:a16="http://schemas.microsoft.com/office/drawing/2014/main" id="{F3D2F867-BE10-47CB-84BE-A361BC8DAF98}"/>
              </a:ext>
            </a:extLst>
          </p:cNvPr>
          <p:cNvPicPr>
            <a:picLocks noGrp="1" noChangeAspect="1"/>
          </p:cNvPicPr>
          <p:nvPr>
            <p:ph idx="1"/>
          </p:nvPr>
        </p:nvPicPr>
        <p:blipFill>
          <a:blip r:embed="rId2"/>
          <a:stretch>
            <a:fillRect/>
          </a:stretch>
        </p:blipFill>
        <p:spPr>
          <a:xfrm>
            <a:off x="976243" y="1347195"/>
            <a:ext cx="8796294" cy="2803385"/>
          </a:xfrm>
        </p:spPr>
      </p:pic>
      <p:sp>
        <p:nvSpPr>
          <p:cNvPr id="4" name="מציין מיקום של מספר שקופית 3">
            <a:extLst>
              <a:ext uri="{FF2B5EF4-FFF2-40B4-BE49-F238E27FC236}">
                <a16:creationId xmlns:a16="http://schemas.microsoft.com/office/drawing/2014/main" id="{E71C0267-1C4E-F4C0-CC9B-FCF5662DE739}"/>
              </a:ext>
            </a:extLst>
          </p:cNvPr>
          <p:cNvSpPr>
            <a:spLocks noGrp="1"/>
          </p:cNvSpPr>
          <p:nvPr>
            <p:ph type="sldNum" sz="quarter" idx="12"/>
          </p:nvPr>
        </p:nvSpPr>
        <p:spPr/>
        <p:txBody>
          <a:bodyPr/>
          <a:lstStyle/>
          <a:p>
            <a:fld id="{519954A3-9DFD-4C44-94BA-B95130A3BA1C}" type="slidenum">
              <a:rPr lang="en-US" smtClean="0"/>
              <a:t>17</a:t>
            </a:fld>
            <a:endParaRPr lang="en-US" dirty="0"/>
          </a:p>
        </p:txBody>
      </p:sp>
    </p:spTree>
    <p:extLst>
      <p:ext uri="{BB962C8B-B14F-4D97-AF65-F5344CB8AC3E}">
        <p14:creationId xmlns:p14="http://schemas.microsoft.com/office/powerpoint/2010/main" val="1068929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453D118-692C-E874-3102-BA987C770F14}"/>
              </a:ext>
            </a:extLst>
          </p:cNvPr>
          <p:cNvSpPr>
            <a:spLocks noGrp="1"/>
          </p:cNvSpPr>
          <p:nvPr>
            <p:ph type="title"/>
          </p:nvPr>
        </p:nvSpPr>
        <p:spPr/>
        <p:txBody>
          <a:bodyPr/>
          <a:lstStyle/>
          <a:p>
            <a:r>
              <a:rPr lang="he-IL" dirty="0"/>
              <a:t>ספרדים – חסד</a:t>
            </a:r>
            <a:br>
              <a:rPr lang="he-IL" dirty="0"/>
            </a:br>
            <a:r>
              <a:rPr lang="he-IL" dirty="0"/>
              <a:t>אשכנזים - יראה</a:t>
            </a:r>
          </a:p>
        </p:txBody>
      </p:sp>
      <p:pic>
        <p:nvPicPr>
          <p:cNvPr id="6" name="מציין מיקום תוכן 5">
            <a:extLst>
              <a:ext uri="{FF2B5EF4-FFF2-40B4-BE49-F238E27FC236}">
                <a16:creationId xmlns:a16="http://schemas.microsoft.com/office/drawing/2014/main" id="{0A9C309A-D347-C657-DADA-B99A3214B8AB}"/>
              </a:ext>
            </a:extLst>
          </p:cNvPr>
          <p:cNvPicPr>
            <a:picLocks noGrp="1" noChangeAspect="1"/>
          </p:cNvPicPr>
          <p:nvPr>
            <p:ph idx="1"/>
          </p:nvPr>
        </p:nvPicPr>
        <p:blipFill>
          <a:blip r:embed="rId2"/>
          <a:stretch>
            <a:fillRect/>
          </a:stretch>
        </p:blipFill>
        <p:spPr>
          <a:xfrm>
            <a:off x="612359" y="1853291"/>
            <a:ext cx="9896716" cy="1486256"/>
          </a:xfrm>
        </p:spPr>
      </p:pic>
      <p:sp>
        <p:nvSpPr>
          <p:cNvPr id="4" name="מציין מיקום של מספר שקופית 3">
            <a:extLst>
              <a:ext uri="{FF2B5EF4-FFF2-40B4-BE49-F238E27FC236}">
                <a16:creationId xmlns:a16="http://schemas.microsoft.com/office/drawing/2014/main" id="{AC8E05EF-1FB1-6AD4-8FAA-E40C750497E6}"/>
              </a:ext>
            </a:extLst>
          </p:cNvPr>
          <p:cNvSpPr>
            <a:spLocks noGrp="1"/>
          </p:cNvSpPr>
          <p:nvPr>
            <p:ph type="sldNum" sz="quarter" idx="12"/>
          </p:nvPr>
        </p:nvSpPr>
        <p:spPr/>
        <p:txBody>
          <a:bodyPr/>
          <a:lstStyle/>
          <a:p>
            <a:fld id="{519954A3-9DFD-4C44-94BA-B95130A3BA1C}" type="slidenum">
              <a:rPr lang="en-US" smtClean="0"/>
              <a:t>18</a:t>
            </a:fld>
            <a:endParaRPr lang="en-US" dirty="0"/>
          </a:p>
        </p:txBody>
      </p:sp>
      <p:pic>
        <p:nvPicPr>
          <p:cNvPr id="8" name="תמונה 7">
            <a:extLst>
              <a:ext uri="{FF2B5EF4-FFF2-40B4-BE49-F238E27FC236}">
                <a16:creationId xmlns:a16="http://schemas.microsoft.com/office/drawing/2014/main" id="{B00AC0FD-0C61-0D4C-B1B8-639A67ED527F}"/>
              </a:ext>
            </a:extLst>
          </p:cNvPr>
          <p:cNvPicPr>
            <a:picLocks noChangeAspect="1"/>
          </p:cNvPicPr>
          <p:nvPr/>
        </p:nvPicPr>
        <p:blipFill>
          <a:blip r:embed="rId3"/>
          <a:stretch>
            <a:fillRect/>
          </a:stretch>
        </p:blipFill>
        <p:spPr>
          <a:xfrm>
            <a:off x="1148011" y="3983093"/>
            <a:ext cx="8917820" cy="2330244"/>
          </a:xfrm>
          <a:prstGeom prst="rect">
            <a:avLst/>
          </a:prstGeom>
        </p:spPr>
      </p:pic>
      <p:sp>
        <p:nvSpPr>
          <p:cNvPr id="9" name="תיבת טקסט 8">
            <a:extLst>
              <a:ext uri="{FF2B5EF4-FFF2-40B4-BE49-F238E27FC236}">
                <a16:creationId xmlns:a16="http://schemas.microsoft.com/office/drawing/2014/main" id="{E440978A-E84E-C13D-4726-5252F77460C4}"/>
              </a:ext>
            </a:extLst>
          </p:cNvPr>
          <p:cNvSpPr txBox="1"/>
          <p:nvPr/>
        </p:nvSpPr>
        <p:spPr>
          <a:xfrm>
            <a:off x="2345635" y="3411110"/>
            <a:ext cx="6742706" cy="369332"/>
          </a:xfrm>
          <a:prstGeom prst="rect">
            <a:avLst/>
          </a:prstGeom>
          <a:noFill/>
        </p:spPr>
        <p:txBody>
          <a:bodyPr wrap="square" rtlCol="1">
            <a:spAutoFit/>
          </a:bodyPr>
          <a:lstStyle/>
          <a:p>
            <a:pPr algn="ctr"/>
            <a:r>
              <a:rPr lang="he-IL" b="1" dirty="0" err="1">
                <a:highlight>
                  <a:srgbClr val="FFFF00"/>
                </a:highlight>
              </a:rPr>
              <a:t>חומרא</a:t>
            </a:r>
            <a:r>
              <a:rPr lang="he-IL" b="1" dirty="0">
                <a:highlight>
                  <a:srgbClr val="FFFF00"/>
                </a:highlight>
              </a:rPr>
              <a:t> – כגיבוש קבוצתי</a:t>
            </a:r>
          </a:p>
        </p:txBody>
      </p:sp>
    </p:spTree>
    <p:extLst>
      <p:ext uri="{BB962C8B-B14F-4D97-AF65-F5344CB8AC3E}">
        <p14:creationId xmlns:p14="http://schemas.microsoft.com/office/powerpoint/2010/main" val="3538652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54DF346-EC4B-AA57-3D0C-028E95BCD752}"/>
              </a:ext>
            </a:extLst>
          </p:cNvPr>
          <p:cNvSpPr>
            <a:spLocks noGrp="1"/>
          </p:cNvSpPr>
          <p:nvPr>
            <p:ph type="title"/>
          </p:nvPr>
        </p:nvSpPr>
        <p:spPr/>
        <p:txBody>
          <a:bodyPr/>
          <a:lstStyle/>
          <a:p>
            <a:r>
              <a:rPr lang="he-IL" dirty="0"/>
              <a:t>פסיקה קהילתית</a:t>
            </a:r>
            <a:br>
              <a:rPr lang="he-IL" dirty="0"/>
            </a:br>
            <a:r>
              <a:rPr lang="he-IL" dirty="0"/>
              <a:t>או פסיקה עממית</a:t>
            </a:r>
          </a:p>
        </p:txBody>
      </p:sp>
      <p:pic>
        <p:nvPicPr>
          <p:cNvPr id="6" name="מציין מיקום תוכן 5">
            <a:extLst>
              <a:ext uri="{FF2B5EF4-FFF2-40B4-BE49-F238E27FC236}">
                <a16:creationId xmlns:a16="http://schemas.microsoft.com/office/drawing/2014/main" id="{1B308DF0-DE59-F751-11BA-EAA0705CE2B6}"/>
              </a:ext>
            </a:extLst>
          </p:cNvPr>
          <p:cNvPicPr>
            <a:picLocks noGrp="1" noChangeAspect="1"/>
          </p:cNvPicPr>
          <p:nvPr>
            <p:ph idx="1"/>
          </p:nvPr>
        </p:nvPicPr>
        <p:blipFill>
          <a:blip r:embed="rId2"/>
          <a:stretch>
            <a:fillRect/>
          </a:stretch>
        </p:blipFill>
        <p:spPr>
          <a:xfrm>
            <a:off x="617656" y="1758445"/>
            <a:ext cx="9253482" cy="2463697"/>
          </a:xfrm>
        </p:spPr>
      </p:pic>
      <p:sp>
        <p:nvSpPr>
          <p:cNvPr id="4" name="מציין מיקום של מספר שקופית 3">
            <a:extLst>
              <a:ext uri="{FF2B5EF4-FFF2-40B4-BE49-F238E27FC236}">
                <a16:creationId xmlns:a16="http://schemas.microsoft.com/office/drawing/2014/main" id="{84C7BC63-25FD-5C44-087E-28E6E8CBDC79}"/>
              </a:ext>
            </a:extLst>
          </p:cNvPr>
          <p:cNvSpPr>
            <a:spLocks noGrp="1"/>
          </p:cNvSpPr>
          <p:nvPr>
            <p:ph type="sldNum" sz="quarter" idx="12"/>
          </p:nvPr>
        </p:nvSpPr>
        <p:spPr/>
        <p:txBody>
          <a:bodyPr/>
          <a:lstStyle/>
          <a:p>
            <a:fld id="{519954A3-9DFD-4C44-94BA-B95130A3BA1C}" type="slidenum">
              <a:rPr lang="en-US" smtClean="0"/>
              <a:t>19</a:t>
            </a:fld>
            <a:endParaRPr lang="en-US" dirty="0"/>
          </a:p>
        </p:txBody>
      </p:sp>
      <p:pic>
        <p:nvPicPr>
          <p:cNvPr id="10" name="תמונה 9">
            <a:extLst>
              <a:ext uri="{FF2B5EF4-FFF2-40B4-BE49-F238E27FC236}">
                <a16:creationId xmlns:a16="http://schemas.microsoft.com/office/drawing/2014/main" id="{9213DBD6-E521-6249-E521-1EEE29D73DD9}"/>
              </a:ext>
            </a:extLst>
          </p:cNvPr>
          <p:cNvPicPr>
            <a:picLocks noChangeAspect="1"/>
          </p:cNvPicPr>
          <p:nvPr/>
        </p:nvPicPr>
        <p:blipFill>
          <a:blip r:embed="rId3"/>
          <a:stretch>
            <a:fillRect/>
          </a:stretch>
        </p:blipFill>
        <p:spPr>
          <a:xfrm>
            <a:off x="1553196" y="4299275"/>
            <a:ext cx="6704008" cy="2236695"/>
          </a:xfrm>
          <a:prstGeom prst="rect">
            <a:avLst/>
          </a:prstGeom>
        </p:spPr>
      </p:pic>
    </p:spTree>
    <p:extLst>
      <p:ext uri="{BB962C8B-B14F-4D97-AF65-F5344CB8AC3E}">
        <p14:creationId xmlns:p14="http://schemas.microsoft.com/office/powerpoint/2010/main" val="898541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8F61D30-73C6-125A-3845-D38F25FEFAAC}"/>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6FB4C0A4-1060-30BC-0803-CBC96229EA10}"/>
              </a:ext>
            </a:extLst>
          </p:cNvPr>
          <p:cNvSpPr>
            <a:spLocks noGrp="1"/>
          </p:cNvSpPr>
          <p:nvPr>
            <p:ph idx="1"/>
          </p:nvPr>
        </p:nvSpPr>
        <p:spPr/>
        <p:txBody>
          <a:bodyPr/>
          <a:lstStyle/>
          <a:p>
            <a:r>
              <a:rPr lang="he-IL" dirty="0"/>
              <a:t>שו"ת יביע אומר חלק ב - אורח חיים סימן </a:t>
            </a:r>
            <a:r>
              <a:rPr lang="he-IL" dirty="0" err="1"/>
              <a:t>כג</a:t>
            </a:r>
            <a:endParaRPr lang="he-IL" dirty="0"/>
          </a:p>
          <a:p>
            <a:r>
              <a:rPr lang="he-IL" dirty="0"/>
              <a:t>וע"פ הדברים הללו ראיתי איזה חכמים </a:t>
            </a:r>
            <a:r>
              <a:rPr lang="he-IL" dirty="0" err="1"/>
              <a:t>פעה"ק</a:t>
            </a:r>
            <a:r>
              <a:rPr lang="he-IL" dirty="0"/>
              <a:t> ת"ו שמרבים להחמיר לרבים בדיני פסח. </a:t>
            </a:r>
            <a:r>
              <a:rPr lang="he-IL" dirty="0" err="1"/>
              <a:t>ולפע"ד</a:t>
            </a:r>
            <a:r>
              <a:rPr lang="he-IL" dirty="0"/>
              <a:t> לא זו הדרך ולא זו העיר. שהתורה חסה על ממונן של ישראל, </a:t>
            </a:r>
            <a:r>
              <a:rPr lang="he-IL" dirty="0" err="1"/>
              <a:t>ותינח</a:t>
            </a:r>
            <a:r>
              <a:rPr lang="he-IL" dirty="0"/>
              <a:t> למאן </a:t>
            </a:r>
            <a:r>
              <a:rPr lang="he-IL" dirty="0" err="1"/>
              <a:t>דאפשר</a:t>
            </a:r>
            <a:r>
              <a:rPr lang="he-IL" dirty="0"/>
              <a:t> ליה, דלא אפשר ליה מאי. וכל הרוצה להורות ישקול בדעתו בשקל הקדש </a:t>
            </a:r>
            <a:r>
              <a:rPr lang="he-IL" dirty="0" err="1"/>
              <a:t>מ"ש</a:t>
            </a:r>
            <a:r>
              <a:rPr lang="he-IL" dirty="0"/>
              <a:t> </a:t>
            </a:r>
            <a:r>
              <a:rPr lang="he-IL" dirty="0" err="1"/>
              <a:t>בשו"ת</a:t>
            </a:r>
            <a:r>
              <a:rPr lang="he-IL" dirty="0"/>
              <a:t> תשובה מאהבה (סי' קפא) שהמטריף </a:t>
            </a:r>
            <a:r>
              <a:rPr lang="he-IL" dirty="0" err="1"/>
              <a:t>מכח</a:t>
            </a:r>
            <a:r>
              <a:rPr lang="he-IL" dirty="0"/>
              <a:t> </a:t>
            </a:r>
            <a:r>
              <a:rPr lang="he-IL" dirty="0" err="1"/>
              <a:t>חומרא</a:t>
            </a:r>
            <a:r>
              <a:rPr lang="he-IL" dirty="0"/>
              <a:t> יוצא שכרו בהפסדו. וע"ז אמרו הלכה חמורך טרפון. דהיינו שהמחמיר ומטריף יפסיד. ע"ש. </a:t>
            </a:r>
          </a:p>
          <a:p>
            <a:r>
              <a:rPr lang="he-IL" dirty="0"/>
              <a:t>וכשם שעל המקל יותר </a:t>
            </a:r>
            <a:r>
              <a:rPr lang="he-IL" dirty="0" err="1"/>
              <a:t>מדאי</a:t>
            </a:r>
            <a:r>
              <a:rPr lang="he-IL" dirty="0"/>
              <a:t>, קראו בגמרא (פסחים נב:) עמי בעצו ישאל ומקלו יגיד לו, כל </a:t>
            </a:r>
            <a:r>
              <a:rPr lang="he-IL" dirty="0" err="1"/>
              <a:t>המיקל</a:t>
            </a:r>
            <a:r>
              <a:rPr lang="he-IL" dirty="0"/>
              <a:t> לו מגיד לו. כמו כן על המחמיר יותר </a:t>
            </a:r>
            <a:r>
              <a:rPr lang="he-IL" dirty="0" err="1"/>
              <a:t>מדאי</a:t>
            </a:r>
            <a:r>
              <a:rPr lang="he-IL" dirty="0"/>
              <a:t>, קרא עליו (ערער) </a:t>
            </a:r>
            <a:r>
              <a:rPr lang="he-IL" dirty="0" err="1"/>
              <a:t>בשו"ת</a:t>
            </a:r>
            <a:r>
              <a:rPr lang="he-IL" dirty="0"/>
              <a:t> </a:t>
            </a:r>
            <a:r>
              <a:rPr lang="he-IL" dirty="0" err="1"/>
              <a:t>מהר"ם</a:t>
            </a:r>
            <a:r>
              <a:rPr lang="he-IL" dirty="0"/>
              <a:t> </a:t>
            </a:r>
            <a:r>
              <a:rPr lang="he-IL" dirty="0" err="1"/>
              <a:t>אלשקר</a:t>
            </a:r>
            <a:r>
              <a:rPr lang="he-IL" dirty="0"/>
              <a:t> (ס"ס </a:t>
            </a:r>
            <a:r>
              <a:rPr lang="he-IL" dirty="0" err="1"/>
              <a:t>קיב</a:t>
            </a:r>
            <a:r>
              <a:rPr lang="he-IL" dirty="0"/>
              <a:t>), וחמורו יגיד לו. ע"ש. וכ"ש </a:t>
            </a:r>
            <a:r>
              <a:rPr lang="he-IL" dirty="0" err="1"/>
              <a:t>האידנא</a:t>
            </a:r>
            <a:r>
              <a:rPr lang="he-IL" dirty="0"/>
              <a:t> </a:t>
            </a:r>
            <a:r>
              <a:rPr lang="he-IL" dirty="0" err="1"/>
              <a:t>דאחסור</a:t>
            </a:r>
            <a:r>
              <a:rPr lang="he-IL" dirty="0"/>
              <a:t> דרי, שאין להכביד עוד על ההמון כ"כ, משא </a:t>
            </a:r>
            <a:r>
              <a:rPr lang="he-IL" dirty="0" err="1"/>
              <a:t>לעיפה</a:t>
            </a:r>
            <a:r>
              <a:rPr lang="he-IL" dirty="0"/>
              <a:t>, </a:t>
            </a:r>
            <a:r>
              <a:rPr lang="he-IL" dirty="0" err="1"/>
              <a:t>דחיישינן</a:t>
            </a:r>
            <a:r>
              <a:rPr lang="he-IL" dirty="0"/>
              <a:t> </a:t>
            </a:r>
            <a:r>
              <a:rPr lang="he-IL" dirty="0" err="1"/>
              <a:t>לקלקולא</a:t>
            </a:r>
            <a:r>
              <a:rPr lang="he-IL" dirty="0"/>
              <a:t>. </a:t>
            </a:r>
          </a:p>
        </p:txBody>
      </p:sp>
      <p:sp>
        <p:nvSpPr>
          <p:cNvPr id="4" name="מציין מיקום של מספר שקופית 3">
            <a:extLst>
              <a:ext uri="{FF2B5EF4-FFF2-40B4-BE49-F238E27FC236}">
                <a16:creationId xmlns:a16="http://schemas.microsoft.com/office/drawing/2014/main" id="{466CA1C7-CE8F-5EF7-5184-61F0A4AD07F4}"/>
              </a:ext>
            </a:extLst>
          </p:cNvPr>
          <p:cNvSpPr>
            <a:spLocks noGrp="1"/>
          </p:cNvSpPr>
          <p:nvPr>
            <p:ph type="sldNum" sz="quarter" idx="12"/>
          </p:nvPr>
        </p:nvSpPr>
        <p:spPr/>
        <p:txBody>
          <a:bodyPr/>
          <a:lstStyle/>
          <a:p>
            <a:fld id="{519954A3-9DFD-4C44-94BA-B95130A3BA1C}" type="slidenum">
              <a:rPr lang="en-US" smtClean="0"/>
              <a:t>20</a:t>
            </a:fld>
            <a:endParaRPr lang="en-US" dirty="0"/>
          </a:p>
        </p:txBody>
      </p:sp>
    </p:spTree>
    <p:extLst>
      <p:ext uri="{BB962C8B-B14F-4D97-AF65-F5344CB8AC3E}">
        <p14:creationId xmlns:p14="http://schemas.microsoft.com/office/powerpoint/2010/main" val="33070657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8F61D30-73C6-125A-3845-D38F25FEFAAC}"/>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6FB4C0A4-1060-30BC-0803-CBC96229EA10}"/>
              </a:ext>
            </a:extLst>
          </p:cNvPr>
          <p:cNvSpPr>
            <a:spLocks noGrp="1"/>
          </p:cNvSpPr>
          <p:nvPr>
            <p:ph idx="1"/>
          </p:nvPr>
        </p:nvSpPr>
        <p:spPr/>
        <p:txBody>
          <a:bodyPr/>
          <a:lstStyle/>
          <a:p>
            <a:r>
              <a:rPr lang="he-IL" dirty="0"/>
              <a:t>שו"ת יביע אומר חלק ב - אורח חיים סימן </a:t>
            </a:r>
            <a:r>
              <a:rPr lang="he-IL" dirty="0" err="1"/>
              <a:t>כג</a:t>
            </a:r>
            <a:endParaRPr lang="he-IL" dirty="0"/>
          </a:p>
          <a:p>
            <a:r>
              <a:rPr lang="he-IL" dirty="0"/>
              <a:t>וע"פ הדברים הללו ראיתי איזה חכמים </a:t>
            </a:r>
            <a:r>
              <a:rPr lang="he-IL" dirty="0" err="1"/>
              <a:t>פעה"ק</a:t>
            </a:r>
            <a:r>
              <a:rPr lang="he-IL" dirty="0"/>
              <a:t> ת"ו שמרבים להחמיר לרבים בדיני פסח. </a:t>
            </a:r>
            <a:r>
              <a:rPr lang="he-IL" dirty="0" err="1"/>
              <a:t>ולפע"ד</a:t>
            </a:r>
            <a:r>
              <a:rPr lang="he-IL" dirty="0"/>
              <a:t> לא זו הדרך ולא זו העיר. שהתורה חסה על ממונן של ישראל, </a:t>
            </a:r>
            <a:r>
              <a:rPr lang="he-IL" dirty="0" err="1"/>
              <a:t>ותינח</a:t>
            </a:r>
            <a:r>
              <a:rPr lang="he-IL" dirty="0"/>
              <a:t> למאן </a:t>
            </a:r>
            <a:r>
              <a:rPr lang="he-IL" dirty="0" err="1"/>
              <a:t>דאפשר</a:t>
            </a:r>
            <a:r>
              <a:rPr lang="he-IL" dirty="0"/>
              <a:t> ליה, דלא אפשר ליה מאי. וכל הרוצה להורות ישקול בדעתו בשקל הקדש </a:t>
            </a:r>
            <a:r>
              <a:rPr lang="he-IL" dirty="0" err="1"/>
              <a:t>מ"ש</a:t>
            </a:r>
            <a:r>
              <a:rPr lang="he-IL" dirty="0"/>
              <a:t> </a:t>
            </a:r>
            <a:r>
              <a:rPr lang="he-IL" dirty="0" err="1"/>
              <a:t>בשו"ת</a:t>
            </a:r>
            <a:r>
              <a:rPr lang="he-IL" dirty="0"/>
              <a:t> תשובה מאהבה (סי' קפא) שהמטריף </a:t>
            </a:r>
            <a:r>
              <a:rPr lang="he-IL" dirty="0" err="1"/>
              <a:t>מכח</a:t>
            </a:r>
            <a:r>
              <a:rPr lang="he-IL" dirty="0"/>
              <a:t> </a:t>
            </a:r>
            <a:r>
              <a:rPr lang="he-IL" dirty="0" err="1"/>
              <a:t>חומרא</a:t>
            </a:r>
            <a:r>
              <a:rPr lang="he-IL" dirty="0"/>
              <a:t> יוצא שכרו בהפסדו. וע"ז אמרו הלכה חמורך טרפון. דהיינו שהמחמיר ומטריף יפסיד. ע"ש. </a:t>
            </a:r>
          </a:p>
          <a:p>
            <a:r>
              <a:rPr lang="he-IL" dirty="0"/>
              <a:t>וכשם שעל המקל יותר </a:t>
            </a:r>
            <a:r>
              <a:rPr lang="he-IL" dirty="0" err="1"/>
              <a:t>מדאי</a:t>
            </a:r>
            <a:r>
              <a:rPr lang="he-IL" dirty="0"/>
              <a:t>, קראו בגמרא (פסחים נב:) עמי בעצו ישאל ומקלו יגיד לו, כל </a:t>
            </a:r>
            <a:r>
              <a:rPr lang="he-IL" dirty="0" err="1"/>
              <a:t>המיקל</a:t>
            </a:r>
            <a:r>
              <a:rPr lang="he-IL" dirty="0"/>
              <a:t> לו מגיד לו. כמו כן על המחמיר יותר </a:t>
            </a:r>
            <a:r>
              <a:rPr lang="he-IL" dirty="0" err="1"/>
              <a:t>מדאי</a:t>
            </a:r>
            <a:r>
              <a:rPr lang="he-IL" dirty="0"/>
              <a:t>, קרא עליו (ערער) </a:t>
            </a:r>
            <a:r>
              <a:rPr lang="he-IL" dirty="0" err="1"/>
              <a:t>בשו"ת</a:t>
            </a:r>
            <a:r>
              <a:rPr lang="he-IL" dirty="0"/>
              <a:t> </a:t>
            </a:r>
            <a:r>
              <a:rPr lang="he-IL" dirty="0" err="1"/>
              <a:t>מהר"ם</a:t>
            </a:r>
            <a:r>
              <a:rPr lang="he-IL" dirty="0"/>
              <a:t> </a:t>
            </a:r>
            <a:r>
              <a:rPr lang="he-IL" dirty="0" err="1"/>
              <a:t>אלשקר</a:t>
            </a:r>
            <a:r>
              <a:rPr lang="he-IL" dirty="0"/>
              <a:t> (ס"ס </a:t>
            </a:r>
            <a:r>
              <a:rPr lang="he-IL" dirty="0" err="1"/>
              <a:t>קיב</a:t>
            </a:r>
            <a:r>
              <a:rPr lang="he-IL" dirty="0"/>
              <a:t>), וחמורו יגיד לו. ע"ש. וכ"ש </a:t>
            </a:r>
            <a:r>
              <a:rPr lang="he-IL" dirty="0" err="1"/>
              <a:t>האידנא</a:t>
            </a:r>
            <a:r>
              <a:rPr lang="he-IL" dirty="0"/>
              <a:t> </a:t>
            </a:r>
            <a:r>
              <a:rPr lang="he-IL" dirty="0" err="1"/>
              <a:t>דאחסור</a:t>
            </a:r>
            <a:r>
              <a:rPr lang="he-IL" dirty="0"/>
              <a:t> דרי, שאין להכביד עוד על ההמון כ"כ, משא </a:t>
            </a:r>
            <a:r>
              <a:rPr lang="he-IL" dirty="0" err="1"/>
              <a:t>לעיפה</a:t>
            </a:r>
            <a:r>
              <a:rPr lang="he-IL" dirty="0"/>
              <a:t>, </a:t>
            </a:r>
            <a:r>
              <a:rPr lang="he-IL" dirty="0" err="1"/>
              <a:t>דחיישינן</a:t>
            </a:r>
            <a:r>
              <a:rPr lang="he-IL" dirty="0"/>
              <a:t> </a:t>
            </a:r>
            <a:r>
              <a:rPr lang="he-IL" dirty="0" err="1"/>
              <a:t>לקלקולא</a:t>
            </a:r>
            <a:r>
              <a:rPr lang="he-IL" dirty="0"/>
              <a:t>. </a:t>
            </a:r>
          </a:p>
        </p:txBody>
      </p:sp>
      <p:sp>
        <p:nvSpPr>
          <p:cNvPr id="4" name="מציין מיקום של מספר שקופית 3">
            <a:extLst>
              <a:ext uri="{FF2B5EF4-FFF2-40B4-BE49-F238E27FC236}">
                <a16:creationId xmlns:a16="http://schemas.microsoft.com/office/drawing/2014/main" id="{466CA1C7-CE8F-5EF7-5184-61F0A4AD07F4}"/>
              </a:ext>
            </a:extLst>
          </p:cNvPr>
          <p:cNvSpPr>
            <a:spLocks noGrp="1"/>
          </p:cNvSpPr>
          <p:nvPr>
            <p:ph type="sldNum" sz="quarter" idx="12"/>
          </p:nvPr>
        </p:nvSpPr>
        <p:spPr/>
        <p:txBody>
          <a:bodyPr/>
          <a:lstStyle/>
          <a:p>
            <a:fld id="{519954A3-9DFD-4C44-94BA-B95130A3BA1C}" type="slidenum">
              <a:rPr lang="en-US" smtClean="0"/>
              <a:t>21</a:t>
            </a:fld>
            <a:endParaRPr lang="en-US" dirty="0"/>
          </a:p>
        </p:txBody>
      </p:sp>
    </p:spTree>
    <p:extLst>
      <p:ext uri="{BB962C8B-B14F-4D97-AF65-F5344CB8AC3E}">
        <p14:creationId xmlns:p14="http://schemas.microsoft.com/office/powerpoint/2010/main" val="3500835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944385A-E7BB-452F-9E13-1AC32E25AEB7}"/>
              </a:ext>
            </a:extLst>
          </p:cNvPr>
          <p:cNvSpPr>
            <a:spLocks noGrp="1"/>
          </p:cNvSpPr>
          <p:nvPr>
            <p:ph type="title"/>
          </p:nvPr>
        </p:nvSpPr>
        <p:spPr/>
        <p:txBody>
          <a:bodyPr/>
          <a:lstStyle/>
          <a:p>
            <a:r>
              <a:rPr lang="he-IL" dirty="0"/>
              <a:t>הכשר </a:t>
            </a:r>
            <a:r>
              <a:rPr lang="he-IL"/>
              <a:t>או מכשול</a:t>
            </a:r>
            <a:endParaRPr lang="he-IL" dirty="0"/>
          </a:p>
        </p:txBody>
      </p:sp>
      <p:pic>
        <p:nvPicPr>
          <p:cNvPr id="6" name="מציין מיקום תוכן 5">
            <a:extLst>
              <a:ext uri="{FF2B5EF4-FFF2-40B4-BE49-F238E27FC236}">
                <a16:creationId xmlns:a16="http://schemas.microsoft.com/office/drawing/2014/main" id="{F288F76A-48DE-8733-4D35-EC0A0C15AA6F}"/>
              </a:ext>
            </a:extLst>
          </p:cNvPr>
          <p:cNvPicPr>
            <a:picLocks noGrp="1" noChangeAspect="1"/>
          </p:cNvPicPr>
          <p:nvPr>
            <p:ph idx="1"/>
          </p:nvPr>
        </p:nvPicPr>
        <p:blipFill>
          <a:blip r:embed="rId2"/>
          <a:stretch>
            <a:fillRect/>
          </a:stretch>
        </p:blipFill>
        <p:spPr>
          <a:xfrm>
            <a:off x="609601" y="1651109"/>
            <a:ext cx="9026925" cy="2586936"/>
          </a:xfrm>
        </p:spPr>
      </p:pic>
      <p:sp>
        <p:nvSpPr>
          <p:cNvPr id="4" name="מציין מיקום של מספר שקופית 3">
            <a:extLst>
              <a:ext uri="{FF2B5EF4-FFF2-40B4-BE49-F238E27FC236}">
                <a16:creationId xmlns:a16="http://schemas.microsoft.com/office/drawing/2014/main" id="{6A635C23-9ECF-885E-96CB-011C5F77682D}"/>
              </a:ext>
            </a:extLst>
          </p:cNvPr>
          <p:cNvSpPr>
            <a:spLocks noGrp="1"/>
          </p:cNvSpPr>
          <p:nvPr>
            <p:ph type="sldNum" sz="quarter" idx="12"/>
          </p:nvPr>
        </p:nvSpPr>
        <p:spPr/>
        <p:txBody>
          <a:bodyPr/>
          <a:lstStyle/>
          <a:p>
            <a:fld id="{519954A3-9DFD-4C44-94BA-B95130A3BA1C}" type="slidenum">
              <a:rPr lang="en-US" smtClean="0"/>
              <a:t>22</a:t>
            </a:fld>
            <a:endParaRPr lang="en-US" dirty="0"/>
          </a:p>
        </p:txBody>
      </p:sp>
      <p:pic>
        <p:nvPicPr>
          <p:cNvPr id="8" name="תמונה 7">
            <a:extLst>
              <a:ext uri="{FF2B5EF4-FFF2-40B4-BE49-F238E27FC236}">
                <a16:creationId xmlns:a16="http://schemas.microsoft.com/office/drawing/2014/main" id="{D97F6059-FEF2-888C-0115-8D3C761608F8}"/>
              </a:ext>
            </a:extLst>
          </p:cNvPr>
          <p:cNvPicPr>
            <a:picLocks noChangeAspect="1"/>
          </p:cNvPicPr>
          <p:nvPr/>
        </p:nvPicPr>
        <p:blipFill>
          <a:blip r:embed="rId3"/>
          <a:stretch>
            <a:fillRect/>
          </a:stretch>
        </p:blipFill>
        <p:spPr>
          <a:xfrm>
            <a:off x="1309028" y="4167743"/>
            <a:ext cx="7982190" cy="2336424"/>
          </a:xfrm>
          <a:prstGeom prst="rect">
            <a:avLst/>
          </a:prstGeom>
        </p:spPr>
      </p:pic>
    </p:spTree>
    <p:extLst>
      <p:ext uri="{BB962C8B-B14F-4D97-AF65-F5344CB8AC3E}">
        <p14:creationId xmlns:p14="http://schemas.microsoft.com/office/powerpoint/2010/main" val="238281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E5E004A-7240-C534-9710-CC2159C6095A}"/>
              </a:ext>
            </a:extLst>
          </p:cNvPr>
          <p:cNvSpPr>
            <a:spLocks noGrp="1"/>
          </p:cNvSpPr>
          <p:nvPr>
            <p:ph type="title"/>
          </p:nvPr>
        </p:nvSpPr>
        <p:spPr/>
        <p:txBody>
          <a:bodyPr/>
          <a:lstStyle/>
          <a:p>
            <a:pPr algn="ctr"/>
            <a:r>
              <a:rPr lang="he-IL" dirty="0"/>
              <a:t>הפטרת פקודי</a:t>
            </a:r>
            <a:br>
              <a:rPr lang="he-IL" dirty="0"/>
            </a:br>
            <a:r>
              <a:rPr lang="he-IL" dirty="0"/>
              <a:t>ושינוי המציאות</a:t>
            </a:r>
          </a:p>
        </p:txBody>
      </p:sp>
      <p:sp>
        <p:nvSpPr>
          <p:cNvPr id="3" name="מציין מיקום תוכן 2">
            <a:extLst>
              <a:ext uri="{FF2B5EF4-FFF2-40B4-BE49-F238E27FC236}">
                <a16:creationId xmlns:a16="http://schemas.microsoft.com/office/drawing/2014/main" id="{CFBCB363-E023-ECFA-91B1-FC6E0E7B2F9A}"/>
              </a:ext>
            </a:extLst>
          </p:cNvPr>
          <p:cNvSpPr>
            <a:spLocks noGrp="1"/>
          </p:cNvSpPr>
          <p:nvPr>
            <p:ph idx="1"/>
          </p:nvPr>
        </p:nvSpPr>
        <p:spPr/>
        <p:txBody>
          <a:bodyPr/>
          <a:lstStyle/>
          <a:p>
            <a:r>
              <a:rPr lang="he-IL" b="0" i="0" dirty="0">
                <a:solidFill>
                  <a:srgbClr val="202122"/>
                </a:solidFill>
                <a:effectLst/>
                <a:latin typeface="Arial" panose="020B0604020202020204" pitchFamily="34" charset="0"/>
              </a:rPr>
              <a:t>בשנה מעוברת שבה קוראים לפרשת </a:t>
            </a:r>
            <a:r>
              <a:rPr lang="he-IL" b="0" i="0" dirty="0" err="1">
                <a:solidFill>
                  <a:srgbClr val="202122"/>
                </a:solidFill>
                <a:effectLst/>
                <a:latin typeface="Arial" panose="020B0604020202020204" pitchFamily="34" charset="0"/>
              </a:rPr>
              <a:t>ויקהל</a:t>
            </a:r>
            <a:r>
              <a:rPr lang="he-IL" b="0" i="0" dirty="0">
                <a:solidFill>
                  <a:srgbClr val="202122"/>
                </a:solidFill>
                <a:effectLst/>
                <a:latin typeface="Arial" panose="020B0604020202020204" pitchFamily="34" charset="0"/>
              </a:rPr>
              <a:t> – הפטרת שקלים. </a:t>
            </a:r>
          </a:p>
          <a:p>
            <a:r>
              <a:rPr lang="he-IL" dirty="0">
                <a:solidFill>
                  <a:srgbClr val="202122"/>
                </a:solidFill>
                <a:latin typeface="Arial" panose="020B0604020202020204" pitchFamily="34" charset="0"/>
              </a:rPr>
              <a:t>יש שלוש דעות מה לקרוא בהפטרה של פקודי. </a:t>
            </a:r>
          </a:p>
          <a:p>
            <a:r>
              <a:rPr lang="he-IL" dirty="0">
                <a:solidFill>
                  <a:srgbClr val="202122"/>
                </a:solidFill>
                <a:latin typeface="Arial" panose="020B0604020202020204" pitchFamily="34" charset="0"/>
              </a:rPr>
              <a:t>נתבונן ונראה שעל פי רוב ההכרעה במחלוקת זו היא תלויה בהנהגה הראויה על פי התורה</a:t>
            </a:r>
          </a:p>
          <a:p>
            <a:r>
              <a:rPr lang="he-IL" dirty="0">
                <a:solidFill>
                  <a:srgbClr val="202122"/>
                </a:solidFill>
                <a:latin typeface="Arial" panose="020B0604020202020204" pitchFamily="34" charset="0"/>
              </a:rPr>
              <a:t>למצב שבו בארץ ישראל משתנה המציאות </a:t>
            </a:r>
          </a:p>
          <a:p>
            <a:r>
              <a:rPr lang="he-IL" dirty="0">
                <a:solidFill>
                  <a:srgbClr val="202122"/>
                </a:solidFill>
                <a:latin typeface="Arial" panose="020B0604020202020204" pitchFamily="34" charset="0"/>
              </a:rPr>
              <a:t>האם גם ההלכה משתנה?</a:t>
            </a:r>
            <a:endParaRPr lang="he-IL" dirty="0"/>
          </a:p>
        </p:txBody>
      </p:sp>
      <p:sp>
        <p:nvSpPr>
          <p:cNvPr id="4" name="מציין מיקום של מספר שקופית 3">
            <a:extLst>
              <a:ext uri="{FF2B5EF4-FFF2-40B4-BE49-F238E27FC236}">
                <a16:creationId xmlns:a16="http://schemas.microsoft.com/office/drawing/2014/main" id="{B3DFE505-113E-9DA4-DACA-60D5DBE22B38}"/>
              </a:ext>
            </a:extLst>
          </p:cNvPr>
          <p:cNvSpPr>
            <a:spLocks noGrp="1"/>
          </p:cNvSpPr>
          <p:nvPr>
            <p:ph type="sldNum" sz="quarter" idx="12"/>
          </p:nvPr>
        </p:nvSpPr>
        <p:spPr/>
        <p:txBody>
          <a:bodyPr/>
          <a:lstStyle/>
          <a:p>
            <a:fld id="{519954A3-9DFD-4C44-94BA-B95130A3BA1C}" type="slidenum">
              <a:rPr lang="en-US" smtClean="0"/>
              <a:t>23</a:t>
            </a:fld>
            <a:endParaRPr lang="en-US" dirty="0"/>
          </a:p>
        </p:txBody>
      </p:sp>
    </p:spTree>
    <p:extLst>
      <p:ext uri="{BB962C8B-B14F-4D97-AF65-F5344CB8AC3E}">
        <p14:creationId xmlns:p14="http://schemas.microsoft.com/office/powerpoint/2010/main" val="1429896432"/>
      </p:ext>
    </p:extLst>
  </p:cSld>
  <p:clrMapOvr>
    <a:masterClrMapping/>
  </p:clrMapOvr>
  <mc:AlternateContent xmlns:mc="http://schemas.openxmlformats.org/markup-compatibility/2006" xmlns:p14="http://schemas.microsoft.com/office/powerpoint/2010/main">
    <mc:Choice Requires="p14">
      <p:transition spd="slow" p14:dur="2000" advTm="690171"/>
    </mc:Choice>
    <mc:Fallback xmlns="">
      <p:transition spd="slow" advTm="690171"/>
    </mc:Fallback>
  </mc:AlternateContent>
</p:sld>
</file>

<file path=ppt/theme/theme1.xml><?xml version="1.0" encoding="utf-8"?>
<a:theme xmlns:a="http://schemas.openxmlformats.org/drawingml/2006/main" name="2_פיאה">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פיאה">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4.xml><?xml version="1.0" encoding="utf-8"?>
<a:theme xmlns:a="http://schemas.openxmlformats.org/drawingml/2006/main" name="3_פיאה">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5.xml><?xml version="1.0" encoding="utf-8"?>
<a:theme xmlns:a="http://schemas.openxmlformats.org/drawingml/2006/main" name="1_פיאה">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24483</TotalTime>
  <Words>1164</Words>
  <Application>Microsoft Office PowerPoint</Application>
  <PresentationFormat>מסך רחב</PresentationFormat>
  <Paragraphs>83</Paragraphs>
  <Slides>23</Slides>
  <Notes>0</Notes>
  <HiddenSlides>0</HiddenSlides>
  <MMClips>0</MMClips>
  <ScaleCrop>false</ScaleCrop>
  <HeadingPairs>
    <vt:vector size="6" baseType="variant">
      <vt:variant>
        <vt:lpstr>גופנים בשימוש</vt:lpstr>
      </vt:variant>
      <vt:variant>
        <vt:i4>7</vt:i4>
      </vt:variant>
      <vt:variant>
        <vt:lpstr>ערכת נושא</vt:lpstr>
      </vt:variant>
      <vt:variant>
        <vt:i4>5</vt:i4>
      </vt:variant>
      <vt:variant>
        <vt:lpstr>כותרות שקופיות</vt:lpstr>
      </vt:variant>
      <vt:variant>
        <vt:i4>23</vt:i4>
      </vt:variant>
    </vt:vector>
  </HeadingPairs>
  <TitlesOfParts>
    <vt:vector size="35" baseType="lpstr">
      <vt:lpstr>Aharoni</vt:lpstr>
      <vt:lpstr>Arial</vt:lpstr>
      <vt:lpstr>Calibri</vt:lpstr>
      <vt:lpstr>Calibri Light</vt:lpstr>
      <vt:lpstr>Open Sans</vt:lpstr>
      <vt:lpstr>Trebuchet MS</vt:lpstr>
      <vt:lpstr>Wingdings 3</vt:lpstr>
      <vt:lpstr>2_פיאה</vt:lpstr>
      <vt:lpstr>ערכת נושא Office</vt:lpstr>
      <vt:lpstr>פיאה</vt:lpstr>
      <vt:lpstr>3_פיאה</vt:lpstr>
      <vt:lpstr>1_פיאה</vt:lpstr>
      <vt:lpstr>עולם החומרות</vt:lpstr>
      <vt:lpstr>עולם החומרות – הרב שמחה עלברג</vt:lpstr>
      <vt:lpstr>מצגת של PowerPoint‏</vt:lpstr>
      <vt:lpstr>החמרה כהיבדלות</vt:lpstr>
      <vt:lpstr>חדש אסור מן התורה</vt:lpstr>
      <vt:lpstr>כיצד מתמודדים עם הפירצה</vt:lpstr>
      <vt:lpstr>המהפכת הסעודית</vt:lpstr>
      <vt:lpstr>מצגת של PowerPoint‏</vt:lpstr>
      <vt:lpstr>מצגת של PowerPoint‏</vt:lpstr>
      <vt:lpstr>מצגת של PowerPoint‏</vt:lpstr>
      <vt:lpstr>החמרה מבחינה פסיכולוגית</vt:lpstr>
      <vt:lpstr>המשמעות הכלכלית</vt:lpstr>
      <vt:lpstr>מהי חומרא?</vt:lpstr>
      <vt:lpstr>טעם שנהגו ישראל להחמיר חומרות בפסח יותר מכל השנה </vt:lpstr>
      <vt:lpstr>טעם שתית המשקה - בארשט</vt:lpstr>
      <vt:lpstr>ורחץ – נטילת ידים לטיבול במשקה</vt:lpstr>
      <vt:lpstr>כוחא דהיתרא עדיף</vt:lpstr>
      <vt:lpstr>ספרדים – חסד אשכנזים - יראה</vt:lpstr>
      <vt:lpstr>פסיקה קהילתית או פסיקה עממית</vt:lpstr>
      <vt:lpstr>מצגת של PowerPoint‏</vt:lpstr>
      <vt:lpstr>מצגת של PowerPoint‏</vt:lpstr>
      <vt:lpstr>הכשר או מכשול</vt:lpstr>
      <vt:lpstr>הפטרת פקודי ושינוי המציאות</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יהודה טאוב</dc:creator>
  <cp:lastModifiedBy>יהודה טאוב</cp:lastModifiedBy>
  <cp:revision>23</cp:revision>
  <cp:lastPrinted>2024-02-26T05:45:50Z</cp:lastPrinted>
  <dcterms:created xsi:type="dcterms:W3CDTF">2024-02-23T09:02:47Z</dcterms:created>
  <dcterms:modified xsi:type="dcterms:W3CDTF">2024-06-03T14:56:21Z</dcterms:modified>
</cp:coreProperties>
</file>