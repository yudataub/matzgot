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sldIdLst>
    <p:sldId id="256" r:id="rId2"/>
    <p:sldId id="258" r:id="rId3"/>
    <p:sldId id="259" r:id="rId4"/>
    <p:sldId id="260" r:id="rId5"/>
    <p:sldId id="261" r:id="rId6"/>
    <p:sldId id="262" r:id="rId7"/>
    <p:sldId id="257"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013" autoAdjust="0"/>
    <p:restoredTop sz="94660"/>
  </p:normalViewPr>
  <p:slideViewPr>
    <p:cSldViewPr snapToGrid="0">
      <p:cViewPr varScale="1">
        <p:scale>
          <a:sx n="91" d="100"/>
          <a:sy n="91" d="100"/>
        </p:scale>
        <p:origin x="322"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יהודה טאוב" userId="80c2dbd02819b45c" providerId="LiveId" clId="{866F1040-B104-40AB-9915-A19E763BBC1E}"/>
    <pc:docChg chg="addSld delSld modSld sldOrd">
      <pc:chgData name="יהודה טאוב" userId="80c2dbd02819b45c" providerId="LiveId" clId="{866F1040-B104-40AB-9915-A19E763BBC1E}" dt="2024-09-15T00:05:08.880" v="1344"/>
      <pc:docMkLst>
        <pc:docMk/>
      </pc:docMkLst>
      <pc:sldChg chg="addSp delSp modSp mod">
        <pc:chgData name="יהודה טאוב" userId="80c2dbd02819b45c" providerId="LiveId" clId="{866F1040-B104-40AB-9915-A19E763BBC1E}" dt="2024-09-15T00:05:08.880" v="1344"/>
        <pc:sldMkLst>
          <pc:docMk/>
          <pc:sldMk cId="993610694" sldId="256"/>
        </pc:sldMkLst>
        <pc:spChg chg="mod">
          <ac:chgData name="יהודה טאוב" userId="80c2dbd02819b45c" providerId="LiveId" clId="{866F1040-B104-40AB-9915-A19E763BBC1E}" dt="2024-09-15T00:03:51.202" v="1337" actId="14100"/>
          <ac:spMkLst>
            <pc:docMk/>
            <pc:sldMk cId="993610694" sldId="256"/>
            <ac:spMk id="2" creationId="{F6B3C20E-0738-30EF-9D9B-FBC27219A302}"/>
          </ac:spMkLst>
        </pc:spChg>
        <pc:picChg chg="add del mod">
          <ac:chgData name="יהודה טאוב" userId="80c2dbd02819b45c" providerId="LiveId" clId="{866F1040-B104-40AB-9915-A19E763BBC1E}" dt="2024-09-15T00:03:17.744" v="1334" actId="478"/>
          <ac:picMkLst>
            <pc:docMk/>
            <pc:sldMk cId="993610694" sldId="256"/>
            <ac:picMk id="1026" creationId="{E56FF857-9BAC-8596-B106-E6BCB2EE9ABE}"/>
          </ac:picMkLst>
        </pc:picChg>
        <pc:picChg chg="add mod">
          <ac:chgData name="יהודה טאוב" userId="80c2dbd02819b45c" providerId="LiveId" clId="{866F1040-B104-40AB-9915-A19E763BBC1E}" dt="2024-09-15T00:03:51.202" v="1337" actId="14100"/>
          <ac:picMkLst>
            <pc:docMk/>
            <pc:sldMk cId="993610694" sldId="256"/>
            <ac:picMk id="1028" creationId="{72280365-8F57-5B52-0581-CD40CB429425}"/>
          </ac:picMkLst>
        </pc:picChg>
        <pc:picChg chg="add mod">
          <ac:chgData name="יהודה טאוב" userId="80c2dbd02819b45c" providerId="LiveId" clId="{866F1040-B104-40AB-9915-A19E763BBC1E}" dt="2024-09-15T00:05:08.880" v="1344"/>
          <ac:picMkLst>
            <pc:docMk/>
            <pc:sldMk cId="993610694" sldId="256"/>
            <ac:picMk id="1030" creationId="{27911A63-6C38-5AD2-6029-2E5FA7D96A53}"/>
          </ac:picMkLst>
        </pc:picChg>
      </pc:sldChg>
      <pc:sldChg chg="ord">
        <pc:chgData name="יהודה טאוב" userId="80c2dbd02819b45c" providerId="LiveId" clId="{866F1040-B104-40AB-9915-A19E763BBC1E}" dt="2024-09-10T04:07:52.854" v="1224"/>
        <pc:sldMkLst>
          <pc:docMk/>
          <pc:sldMk cId="1696963005" sldId="257"/>
        </pc:sldMkLst>
      </pc:sldChg>
      <pc:sldChg chg="modSp new modAnim">
        <pc:chgData name="יהודה טאוב" userId="80c2dbd02819b45c" providerId="LiveId" clId="{866F1040-B104-40AB-9915-A19E763BBC1E}" dt="2024-09-10T03:50:19.565" v="296" actId="20577"/>
        <pc:sldMkLst>
          <pc:docMk/>
          <pc:sldMk cId="3228955678" sldId="258"/>
        </pc:sldMkLst>
        <pc:spChg chg="mod">
          <ac:chgData name="יהודה טאוב" userId="80c2dbd02819b45c" providerId="LiveId" clId="{866F1040-B104-40AB-9915-A19E763BBC1E}" dt="2024-09-10T03:48:28.359" v="24" actId="20577"/>
          <ac:spMkLst>
            <pc:docMk/>
            <pc:sldMk cId="3228955678" sldId="258"/>
            <ac:spMk id="2" creationId="{ABD31BF5-E075-9D25-1ACE-BC1B53CB418C}"/>
          </ac:spMkLst>
        </pc:spChg>
        <pc:spChg chg="mod">
          <ac:chgData name="יהודה טאוב" userId="80c2dbd02819b45c" providerId="LiveId" clId="{866F1040-B104-40AB-9915-A19E763BBC1E}" dt="2024-09-10T03:50:19.565" v="296" actId="20577"/>
          <ac:spMkLst>
            <pc:docMk/>
            <pc:sldMk cId="3228955678" sldId="258"/>
            <ac:spMk id="3" creationId="{184B38FF-ABDF-6239-A8F0-869595A4B109}"/>
          </ac:spMkLst>
        </pc:spChg>
      </pc:sldChg>
      <pc:sldChg chg="del">
        <pc:chgData name="יהודה טאוב" userId="80c2dbd02819b45c" providerId="LiveId" clId="{866F1040-B104-40AB-9915-A19E763BBC1E}" dt="2024-09-10T03:48:00.623" v="0" actId="47"/>
        <pc:sldMkLst>
          <pc:docMk/>
          <pc:sldMk cId="3847805403" sldId="258"/>
        </pc:sldMkLst>
      </pc:sldChg>
      <pc:sldChg chg="del">
        <pc:chgData name="יהודה טאוב" userId="80c2dbd02819b45c" providerId="LiveId" clId="{866F1040-B104-40AB-9915-A19E763BBC1E}" dt="2024-09-10T03:48:00.623" v="0" actId="47"/>
        <pc:sldMkLst>
          <pc:docMk/>
          <pc:sldMk cId="1484276517" sldId="259"/>
        </pc:sldMkLst>
      </pc:sldChg>
      <pc:sldChg chg="modSp new modAnim">
        <pc:chgData name="יהודה טאוב" userId="80c2dbd02819b45c" providerId="LiveId" clId="{866F1040-B104-40AB-9915-A19E763BBC1E}" dt="2024-09-10T03:53:05.888" v="320" actId="20577"/>
        <pc:sldMkLst>
          <pc:docMk/>
          <pc:sldMk cId="2341305527" sldId="259"/>
        </pc:sldMkLst>
        <pc:spChg chg="mod">
          <ac:chgData name="יהודה טאוב" userId="80c2dbd02819b45c" providerId="LiveId" clId="{866F1040-B104-40AB-9915-A19E763BBC1E}" dt="2024-09-10T03:53:05.888" v="320" actId="20577"/>
          <ac:spMkLst>
            <pc:docMk/>
            <pc:sldMk cId="2341305527" sldId="259"/>
            <ac:spMk id="2" creationId="{26AD5A10-F9A8-B4BD-B76F-45BA6ADCA6E0}"/>
          </ac:spMkLst>
        </pc:spChg>
      </pc:sldChg>
      <pc:sldChg chg="modSp add mod">
        <pc:chgData name="יהודה טאוב" userId="80c2dbd02819b45c" providerId="LiveId" clId="{866F1040-B104-40AB-9915-A19E763BBC1E}" dt="2024-09-10T03:53:12.062" v="330" actId="20577"/>
        <pc:sldMkLst>
          <pc:docMk/>
          <pc:sldMk cId="2211265490" sldId="260"/>
        </pc:sldMkLst>
        <pc:spChg chg="mod">
          <ac:chgData name="יהודה טאוב" userId="80c2dbd02819b45c" providerId="LiveId" clId="{866F1040-B104-40AB-9915-A19E763BBC1E}" dt="2024-09-10T03:53:12.062" v="330" actId="20577"/>
          <ac:spMkLst>
            <pc:docMk/>
            <pc:sldMk cId="2211265490" sldId="260"/>
            <ac:spMk id="2" creationId="{26AD5A10-F9A8-B4BD-B76F-45BA6ADCA6E0}"/>
          </ac:spMkLst>
        </pc:spChg>
      </pc:sldChg>
      <pc:sldChg chg="del">
        <pc:chgData name="יהודה טאוב" userId="80c2dbd02819b45c" providerId="LiveId" clId="{866F1040-B104-40AB-9915-A19E763BBC1E}" dt="2024-09-10T03:48:00.623" v="0" actId="47"/>
        <pc:sldMkLst>
          <pc:docMk/>
          <pc:sldMk cId="3109749016" sldId="260"/>
        </pc:sldMkLst>
      </pc:sldChg>
      <pc:sldChg chg="del">
        <pc:chgData name="יהודה טאוב" userId="80c2dbd02819b45c" providerId="LiveId" clId="{866F1040-B104-40AB-9915-A19E763BBC1E}" dt="2024-09-10T03:48:00.623" v="0" actId="47"/>
        <pc:sldMkLst>
          <pc:docMk/>
          <pc:sldMk cId="3038152893" sldId="261"/>
        </pc:sldMkLst>
      </pc:sldChg>
      <pc:sldChg chg="modSp add mod modAnim">
        <pc:chgData name="יהודה טאוב" userId="80c2dbd02819b45c" providerId="LiveId" clId="{866F1040-B104-40AB-9915-A19E763BBC1E}" dt="2024-09-10T04:03:43.645" v="1000" actId="20577"/>
        <pc:sldMkLst>
          <pc:docMk/>
          <pc:sldMk cId="4136006594" sldId="261"/>
        </pc:sldMkLst>
        <pc:spChg chg="mod">
          <ac:chgData name="יהודה טאוב" userId="80c2dbd02819b45c" providerId="LiveId" clId="{866F1040-B104-40AB-9915-A19E763BBC1E}" dt="2024-09-10T03:53:26.843" v="341" actId="20577"/>
          <ac:spMkLst>
            <pc:docMk/>
            <pc:sldMk cId="4136006594" sldId="261"/>
            <ac:spMk id="2" creationId="{26AD5A10-F9A8-B4BD-B76F-45BA6ADCA6E0}"/>
          </ac:spMkLst>
        </pc:spChg>
        <pc:spChg chg="mod">
          <ac:chgData name="יהודה טאוב" userId="80c2dbd02819b45c" providerId="LiveId" clId="{866F1040-B104-40AB-9915-A19E763BBC1E}" dt="2024-09-10T04:03:43.645" v="1000" actId="20577"/>
          <ac:spMkLst>
            <pc:docMk/>
            <pc:sldMk cId="4136006594" sldId="261"/>
            <ac:spMk id="3" creationId="{6CB32761-6924-E44E-1536-93B9EE79D6B1}"/>
          </ac:spMkLst>
        </pc:spChg>
      </pc:sldChg>
      <pc:sldChg chg="del">
        <pc:chgData name="יהודה טאוב" userId="80c2dbd02819b45c" providerId="LiveId" clId="{866F1040-B104-40AB-9915-A19E763BBC1E}" dt="2024-09-10T03:48:00.623" v="0" actId="47"/>
        <pc:sldMkLst>
          <pc:docMk/>
          <pc:sldMk cId="32221567" sldId="262"/>
        </pc:sldMkLst>
      </pc:sldChg>
      <pc:sldChg chg="modSp add mod modAnim">
        <pc:chgData name="יהודה טאוב" userId="80c2dbd02819b45c" providerId="LiveId" clId="{866F1040-B104-40AB-9915-A19E763BBC1E}" dt="2024-09-10T04:10:31.822" v="1227" actId="21"/>
        <pc:sldMkLst>
          <pc:docMk/>
          <pc:sldMk cId="4056235611" sldId="262"/>
        </pc:sldMkLst>
        <pc:spChg chg="mod">
          <ac:chgData name="יהודה טאוב" userId="80c2dbd02819b45c" providerId="LiveId" clId="{866F1040-B104-40AB-9915-A19E763BBC1E}" dt="2024-09-10T03:54:49.435" v="536" actId="20577"/>
          <ac:spMkLst>
            <pc:docMk/>
            <pc:sldMk cId="4056235611" sldId="262"/>
            <ac:spMk id="2" creationId="{26AD5A10-F9A8-B4BD-B76F-45BA6ADCA6E0}"/>
          </ac:spMkLst>
        </pc:spChg>
        <pc:spChg chg="mod">
          <ac:chgData name="יהודה טאוב" userId="80c2dbd02819b45c" providerId="LiveId" clId="{866F1040-B104-40AB-9915-A19E763BBC1E}" dt="2024-09-10T04:10:31.822" v="1227" actId="21"/>
          <ac:spMkLst>
            <pc:docMk/>
            <pc:sldMk cId="4056235611" sldId="262"/>
            <ac:spMk id="3" creationId="{6CB32761-6924-E44E-1536-93B9EE79D6B1}"/>
          </ac:spMkLst>
        </pc:spChg>
      </pc:sldChg>
      <pc:sldChg chg="modSp add mod modAnim">
        <pc:chgData name="יהודה טאוב" userId="80c2dbd02819b45c" providerId="LiveId" clId="{866F1040-B104-40AB-9915-A19E763BBC1E}" dt="2024-09-10T03:57:51.334" v="962" actId="20577"/>
        <pc:sldMkLst>
          <pc:docMk/>
          <pc:sldMk cId="2696906751" sldId="263"/>
        </pc:sldMkLst>
        <pc:spChg chg="mod">
          <ac:chgData name="יהודה טאוב" userId="80c2dbd02819b45c" providerId="LiveId" clId="{866F1040-B104-40AB-9915-A19E763BBC1E}" dt="2024-09-10T03:57:16.072" v="820" actId="20577"/>
          <ac:spMkLst>
            <pc:docMk/>
            <pc:sldMk cId="2696906751" sldId="263"/>
            <ac:spMk id="2" creationId="{26AD5A10-F9A8-B4BD-B76F-45BA6ADCA6E0}"/>
          </ac:spMkLst>
        </pc:spChg>
        <pc:spChg chg="mod">
          <ac:chgData name="יהודה טאוב" userId="80c2dbd02819b45c" providerId="LiveId" clId="{866F1040-B104-40AB-9915-A19E763BBC1E}" dt="2024-09-10T03:57:51.334" v="962" actId="20577"/>
          <ac:spMkLst>
            <pc:docMk/>
            <pc:sldMk cId="2696906751" sldId="263"/>
            <ac:spMk id="3" creationId="{6CB32761-6924-E44E-1536-93B9EE79D6B1}"/>
          </ac:spMkLst>
        </pc:spChg>
      </pc:sldChg>
      <pc:sldChg chg="modSp add mod modAnim">
        <pc:chgData name="יהודה טאוב" userId="80c2dbd02819b45c" providerId="LiveId" clId="{866F1040-B104-40AB-9915-A19E763BBC1E}" dt="2024-09-10T04:11:27.146" v="1331" actId="20577"/>
        <pc:sldMkLst>
          <pc:docMk/>
          <pc:sldMk cId="1611190165" sldId="264"/>
        </pc:sldMkLst>
        <pc:spChg chg="mod">
          <ac:chgData name="יהודה טאוב" userId="80c2dbd02819b45c" providerId="LiveId" clId="{866F1040-B104-40AB-9915-A19E763BBC1E}" dt="2024-09-10T04:10:43.495" v="1241" actId="20577"/>
          <ac:spMkLst>
            <pc:docMk/>
            <pc:sldMk cId="1611190165" sldId="264"/>
            <ac:spMk id="2" creationId="{26AD5A10-F9A8-B4BD-B76F-45BA6ADCA6E0}"/>
          </ac:spMkLst>
        </pc:spChg>
        <pc:spChg chg="mod">
          <ac:chgData name="יהודה טאוב" userId="80c2dbd02819b45c" providerId="LiveId" clId="{866F1040-B104-40AB-9915-A19E763BBC1E}" dt="2024-09-10T04:11:27.146" v="1331" actId="20577"/>
          <ac:spMkLst>
            <pc:docMk/>
            <pc:sldMk cId="1611190165" sldId="264"/>
            <ac:spMk id="3" creationId="{6CB32761-6924-E44E-1536-93B9EE79D6B1}"/>
          </ac:spMkLst>
        </pc:spChg>
      </pc:sldChg>
      <pc:sldChg chg="add">
        <pc:chgData name="יהודה טאוב" userId="80c2dbd02819b45c" providerId="LiveId" clId="{866F1040-B104-40AB-9915-A19E763BBC1E}" dt="2024-09-10T03:52:27.457" v="304" actId="2890"/>
        <pc:sldMkLst>
          <pc:docMk/>
          <pc:sldMk cId="728003696" sldId="26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F5D2ACCC-1D01-4B4B-9F6C-8AA8A1FE9041}" type="datetimeFigureOut">
              <a:rPr lang="he-IL" smtClean="0"/>
              <a:t>י"ב/אלול/תשפ"ד</a:t>
            </a:fld>
            <a:endParaRPr lang="he-IL"/>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he-IL"/>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85E60049-BB6D-489A-9B1C-E8CF62CFBC2F}" type="slidenum">
              <a:rPr lang="he-IL" smtClean="0"/>
              <a:t>‹#›</a:t>
            </a:fld>
            <a:endParaRPr lang="he-IL"/>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77518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he-IL" dirty="0"/>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F5D2ACCC-1D01-4B4B-9F6C-8AA8A1FE9041}" type="datetimeFigureOut">
              <a:rPr lang="he-IL" smtClean="0"/>
              <a:t>י"ב/אלול/תשפ"ד</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85E60049-BB6D-489A-9B1C-E8CF62CFBC2F}" type="slidenum">
              <a:rPr lang="he-IL" smtClean="0"/>
              <a:t>‹#›</a:t>
            </a:fld>
            <a:endParaRPr lang="he-IL"/>
          </a:p>
        </p:txBody>
      </p:sp>
    </p:spTree>
    <p:extLst>
      <p:ext uri="{BB962C8B-B14F-4D97-AF65-F5344CB8AC3E}">
        <p14:creationId xmlns:p14="http://schemas.microsoft.com/office/powerpoint/2010/main" val="1291348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כותרת מקטע עליונה">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F5D2ACCC-1D01-4B4B-9F6C-8AA8A1FE9041}" type="datetimeFigureOut">
              <a:rPr lang="he-IL" smtClean="0"/>
              <a:t>י"ב/אלול/תשפ"ד</a:t>
            </a:fld>
            <a:endParaRPr lang="he-IL"/>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he-IL"/>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85E60049-BB6D-489A-9B1C-E8CF62CFBC2F}" type="slidenum">
              <a:rPr lang="he-IL" smtClean="0"/>
              <a:t>‹#›</a:t>
            </a:fld>
            <a:endParaRPr lang="he-IL"/>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91914627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F5D2ACCC-1D01-4B4B-9F6C-8AA8A1FE9041}" type="datetimeFigureOut">
              <a:rPr lang="he-IL" smtClean="0"/>
              <a:t>י"ב/אלול/תשפ"ד</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85E60049-BB6D-489A-9B1C-E8CF62CFBC2F}" type="slidenum">
              <a:rPr lang="he-IL" smtClean="0"/>
              <a:t>‹#›</a:t>
            </a:fld>
            <a:endParaRPr lang="he-IL"/>
          </a:p>
        </p:txBody>
      </p:sp>
    </p:spTree>
    <p:extLst>
      <p:ext uri="{BB962C8B-B14F-4D97-AF65-F5344CB8AC3E}">
        <p14:creationId xmlns:p14="http://schemas.microsoft.com/office/powerpoint/2010/main" val="415822682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1257300" y="2909102"/>
            <a:ext cx="4800600" cy="299639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6633864" y="2909102"/>
            <a:ext cx="4800600" cy="299639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F5D2ACCC-1D01-4B4B-9F6C-8AA8A1FE9041}" type="datetimeFigureOut">
              <a:rPr lang="he-IL" smtClean="0"/>
              <a:t>י"ב/אלול/תשפ"ד</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85E60049-BB6D-489A-9B1C-E8CF62CFBC2F}" type="slidenum">
              <a:rPr lang="he-IL" smtClean="0"/>
              <a:t>‹#›</a:t>
            </a:fld>
            <a:endParaRPr lang="he-IL"/>
          </a:p>
        </p:txBody>
      </p:sp>
    </p:spTree>
    <p:extLst>
      <p:ext uri="{BB962C8B-B14F-4D97-AF65-F5344CB8AC3E}">
        <p14:creationId xmlns:p14="http://schemas.microsoft.com/office/powerpoint/2010/main" val="426041629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F5D2ACCC-1D01-4B4B-9F6C-8AA8A1FE9041}" type="datetimeFigureOut">
              <a:rPr lang="he-IL" smtClean="0"/>
              <a:t>י"ב/אלול/תשפ"ד</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85E60049-BB6D-489A-9B1C-E8CF62CFBC2F}" type="slidenum">
              <a:rPr lang="he-IL" smtClean="0"/>
              <a:t>‹#›</a:t>
            </a:fld>
            <a:endParaRPr lang="he-IL"/>
          </a:p>
        </p:txBody>
      </p:sp>
    </p:spTree>
    <p:extLst>
      <p:ext uri="{BB962C8B-B14F-4D97-AF65-F5344CB8AC3E}">
        <p14:creationId xmlns:p14="http://schemas.microsoft.com/office/powerpoint/2010/main" val="1904971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D2ACCC-1D01-4B4B-9F6C-8AA8A1FE9041}" type="datetimeFigureOut">
              <a:rPr lang="he-IL" smtClean="0"/>
              <a:t>י"ב/אלול/תשפ"ד</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85E60049-BB6D-489A-9B1C-E8CF62CFBC2F}" type="slidenum">
              <a:rPr lang="he-IL" smtClean="0"/>
              <a:t>‹#›</a:t>
            </a:fld>
            <a:endParaRPr lang="he-IL"/>
          </a:p>
        </p:txBody>
      </p:sp>
    </p:spTree>
    <p:extLst>
      <p:ext uri="{BB962C8B-B14F-4D97-AF65-F5344CB8AC3E}">
        <p14:creationId xmlns:p14="http://schemas.microsoft.com/office/powerpoint/2010/main" val="2964478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תוכן עם כיתוב">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a:xfrm>
            <a:off x="765051" y="6375679"/>
            <a:ext cx="1233355" cy="348462"/>
          </a:xfrm>
        </p:spPr>
        <p:txBody>
          <a:bodyPr/>
          <a:lstStyle/>
          <a:p>
            <a:fld id="{F5D2ACCC-1D01-4B4B-9F6C-8AA8A1FE9041}" type="datetimeFigureOut">
              <a:rPr lang="he-IL" smtClean="0"/>
              <a:t>י"ב/אלול/תשפ"ד</a:t>
            </a:fld>
            <a:endParaRPr lang="he-IL"/>
          </a:p>
        </p:txBody>
      </p:sp>
      <p:sp>
        <p:nvSpPr>
          <p:cNvPr id="6" name="Footer Placeholder 5"/>
          <p:cNvSpPr>
            <a:spLocks noGrp="1"/>
          </p:cNvSpPr>
          <p:nvPr>
            <p:ph type="ftr" sz="quarter" idx="11"/>
          </p:nvPr>
        </p:nvSpPr>
        <p:spPr>
          <a:xfrm>
            <a:off x="2103620" y="6375679"/>
            <a:ext cx="3482179" cy="345796"/>
          </a:xfrm>
        </p:spPr>
        <p:txBody>
          <a:bodyPr/>
          <a:lstStyle/>
          <a:p>
            <a:endParaRPr lang="he-IL"/>
          </a:p>
        </p:txBody>
      </p:sp>
      <p:sp>
        <p:nvSpPr>
          <p:cNvPr id="7" name="Slide Number Placeholder 6"/>
          <p:cNvSpPr>
            <a:spLocks noGrp="1"/>
          </p:cNvSpPr>
          <p:nvPr>
            <p:ph type="sldNum" sz="quarter" idx="12"/>
          </p:nvPr>
        </p:nvSpPr>
        <p:spPr>
          <a:xfrm>
            <a:off x="5691014" y="6375679"/>
            <a:ext cx="1232456" cy="345796"/>
          </a:xfrm>
        </p:spPr>
        <p:txBody>
          <a:bodyPr/>
          <a:lstStyle/>
          <a:p>
            <a:fld id="{85E60049-BB6D-489A-9B1C-E8CF62CFBC2F}" type="slidenum">
              <a:rPr lang="he-IL" smtClean="0"/>
              <a:t>‹#›</a:t>
            </a:fld>
            <a:endParaRPr lang="he-IL"/>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99301408"/>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תמונה עם כיתוב">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he-IL"/>
              <a:t>לחץ כדי לערוך סגנון כותרת של תבנית בסיס</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a:xfrm>
            <a:off x="765950" y="6375679"/>
            <a:ext cx="1232456" cy="348462"/>
          </a:xfrm>
        </p:spPr>
        <p:txBody>
          <a:bodyPr/>
          <a:lstStyle/>
          <a:p>
            <a:fld id="{F5D2ACCC-1D01-4B4B-9F6C-8AA8A1FE9041}" type="datetimeFigureOut">
              <a:rPr lang="he-IL" smtClean="0"/>
              <a:t>י"ב/אלול/תשפ"ד</a:t>
            </a:fld>
            <a:endParaRPr lang="he-IL"/>
          </a:p>
        </p:txBody>
      </p:sp>
      <p:sp>
        <p:nvSpPr>
          <p:cNvPr id="6" name="Footer Placeholder 5"/>
          <p:cNvSpPr>
            <a:spLocks noGrp="1"/>
          </p:cNvSpPr>
          <p:nvPr>
            <p:ph type="ftr" sz="quarter" idx="11"/>
          </p:nvPr>
        </p:nvSpPr>
        <p:spPr>
          <a:xfrm>
            <a:off x="2103621" y="6375679"/>
            <a:ext cx="3482178" cy="345796"/>
          </a:xfrm>
        </p:spPr>
        <p:txBody>
          <a:bodyPr/>
          <a:lstStyle/>
          <a:p>
            <a:endParaRPr lang="he-IL"/>
          </a:p>
        </p:txBody>
      </p:sp>
      <p:sp>
        <p:nvSpPr>
          <p:cNvPr id="7" name="Slide Number Placeholder 6"/>
          <p:cNvSpPr>
            <a:spLocks noGrp="1"/>
          </p:cNvSpPr>
          <p:nvPr>
            <p:ph type="sldNum" sz="quarter" idx="12"/>
          </p:nvPr>
        </p:nvSpPr>
        <p:spPr>
          <a:xfrm>
            <a:off x="5687568" y="6375679"/>
            <a:ext cx="1234440" cy="345796"/>
          </a:xfrm>
        </p:spPr>
        <p:txBody>
          <a:bodyPr/>
          <a:lstStyle/>
          <a:p>
            <a:fld id="{85E60049-BB6D-489A-9B1C-E8CF62CFBC2F}" type="slidenum">
              <a:rPr lang="he-IL" smtClean="0"/>
              <a:t>‹#›</a:t>
            </a:fld>
            <a:endParaRPr lang="he-IL"/>
          </a:p>
        </p:txBody>
      </p:sp>
    </p:spTree>
    <p:extLst>
      <p:ext uri="{BB962C8B-B14F-4D97-AF65-F5344CB8AC3E}">
        <p14:creationId xmlns:p14="http://schemas.microsoft.com/office/powerpoint/2010/main" val="1553460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F5D2ACCC-1D01-4B4B-9F6C-8AA8A1FE9041}" type="datetimeFigureOut">
              <a:rPr lang="he-IL" smtClean="0"/>
              <a:t>י"ב/אלול/תשפ"ד</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85E60049-BB6D-489A-9B1C-E8CF62CFBC2F}" type="slidenum">
              <a:rPr lang="he-IL" smtClean="0"/>
              <a:t>‹#›</a:t>
            </a:fld>
            <a:endParaRPr lang="he-IL"/>
          </a:p>
        </p:txBody>
      </p:sp>
    </p:spTree>
    <p:extLst>
      <p:ext uri="{BB962C8B-B14F-4D97-AF65-F5344CB8AC3E}">
        <p14:creationId xmlns:p14="http://schemas.microsoft.com/office/powerpoint/2010/main" val="2070364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F5D2ACCC-1D01-4B4B-9F6C-8AA8A1FE9041}" type="datetimeFigureOut">
              <a:rPr lang="he-IL" smtClean="0"/>
              <a:t>י"ב/אלול/תשפ"ד</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85E60049-BB6D-489A-9B1C-E8CF62CFBC2F}" type="slidenum">
              <a:rPr lang="he-IL" smtClean="0"/>
              <a:t>‹#›</a:t>
            </a:fld>
            <a:endParaRPr lang="he-IL"/>
          </a:p>
        </p:txBody>
      </p:sp>
    </p:spTree>
    <p:extLst>
      <p:ext uri="{BB962C8B-B14F-4D97-AF65-F5344CB8AC3E}">
        <p14:creationId xmlns:p14="http://schemas.microsoft.com/office/powerpoint/2010/main" val="3487966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F5D2ACCC-1D01-4B4B-9F6C-8AA8A1FE9041}" type="datetimeFigureOut">
              <a:rPr lang="he-IL" smtClean="0"/>
              <a:t>י"ב/אלול/תשפ"ד</a:t>
            </a:fld>
            <a:endParaRPr lang="he-IL"/>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he-IL"/>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85E60049-BB6D-489A-9B1C-E8CF62CFBC2F}" type="slidenum">
              <a:rPr lang="he-IL" smtClean="0"/>
              <a:t>‹#›</a:t>
            </a:fld>
            <a:endParaRPr lang="he-IL"/>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458594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1"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r" defTabSz="914400" rtl="1"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r" defTabSz="914400" rtl="1"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r" defTabSz="914400" rtl="1"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r" defTabSz="914400" rtl="1"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r" defTabSz="914400" rtl="1"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r" defTabSz="914400" rtl="1"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r" defTabSz="914400" rtl="1"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r" defTabSz="914400" rtl="1"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r" defTabSz="914400" rtl="1"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zim://443aaa73-1b99-e50b-8bbc-e1df707e9249.zim/A/%D7%9C%D7%90_%D7%99%D7%9C%D7%91%D7%A9#cite_note-12"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6B3C20E-0738-30EF-9D9B-FBC27219A302}"/>
              </a:ext>
            </a:extLst>
          </p:cNvPr>
          <p:cNvSpPr>
            <a:spLocks noGrp="1"/>
          </p:cNvSpPr>
          <p:nvPr>
            <p:ph type="ctrTitle"/>
          </p:nvPr>
        </p:nvSpPr>
        <p:spPr/>
        <p:txBody>
          <a:bodyPr/>
          <a:lstStyle/>
          <a:p>
            <a:r>
              <a:rPr lang="he-IL" dirty="0"/>
              <a:t>דיני לא ילבש</a:t>
            </a:r>
            <a:br>
              <a:rPr lang="he-IL" dirty="0"/>
            </a:br>
            <a:br>
              <a:rPr lang="he-IL" dirty="0"/>
            </a:br>
            <a:endParaRPr lang="he-IL" dirty="0"/>
          </a:p>
        </p:txBody>
      </p:sp>
      <p:sp>
        <p:nvSpPr>
          <p:cNvPr id="3" name="כותרת משנה 2">
            <a:extLst>
              <a:ext uri="{FF2B5EF4-FFF2-40B4-BE49-F238E27FC236}">
                <a16:creationId xmlns:a16="http://schemas.microsoft.com/office/drawing/2014/main" id="{F2FABF99-9D63-8795-224B-9A0DDA4106AB}"/>
              </a:ext>
            </a:extLst>
          </p:cNvPr>
          <p:cNvSpPr>
            <a:spLocks noGrp="1"/>
          </p:cNvSpPr>
          <p:nvPr>
            <p:ph type="subTitle" idx="1"/>
          </p:nvPr>
        </p:nvSpPr>
        <p:spPr/>
        <p:txBody>
          <a:bodyPr/>
          <a:lstStyle/>
          <a:p>
            <a:endParaRPr lang="he-IL"/>
          </a:p>
        </p:txBody>
      </p:sp>
      <p:pic>
        <p:nvPicPr>
          <p:cNvPr id="1030" name="Picture 6" descr="‫הסרת שיער לגברים - הסרת שיער לצמיתות | Segev Clinic‬‎">
            <a:extLst>
              <a:ext uri="{FF2B5EF4-FFF2-40B4-BE49-F238E27FC236}">
                <a16:creationId xmlns:a16="http://schemas.microsoft.com/office/drawing/2014/main" id="{27911A63-6C38-5AD2-6029-2E5FA7D96A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0502" y="2701018"/>
            <a:ext cx="5549785" cy="4156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3610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BD31BF5-E075-9D25-1ACE-BC1B53CB418C}"/>
              </a:ext>
            </a:extLst>
          </p:cNvPr>
          <p:cNvSpPr>
            <a:spLocks noGrp="1"/>
          </p:cNvSpPr>
          <p:nvPr>
            <p:ph type="title"/>
          </p:nvPr>
        </p:nvSpPr>
        <p:spPr/>
        <p:txBody>
          <a:bodyPr/>
          <a:lstStyle/>
          <a:p>
            <a:r>
              <a:rPr lang="he-IL" dirty="0"/>
              <a:t>איסור לא ילבש - בגילוח</a:t>
            </a:r>
          </a:p>
        </p:txBody>
      </p:sp>
      <p:sp>
        <p:nvSpPr>
          <p:cNvPr id="3" name="מציין מיקום תוכן 2">
            <a:extLst>
              <a:ext uri="{FF2B5EF4-FFF2-40B4-BE49-F238E27FC236}">
                <a16:creationId xmlns:a16="http://schemas.microsoft.com/office/drawing/2014/main" id="{184B38FF-ABDF-6239-A8F0-869595A4B109}"/>
              </a:ext>
            </a:extLst>
          </p:cNvPr>
          <p:cNvSpPr>
            <a:spLocks noGrp="1"/>
          </p:cNvSpPr>
          <p:nvPr>
            <p:ph idx="1"/>
          </p:nvPr>
        </p:nvSpPr>
        <p:spPr/>
        <p:txBody>
          <a:bodyPr/>
          <a:lstStyle/>
          <a:p>
            <a:r>
              <a:rPr lang="he-IL" dirty="0"/>
              <a:t>האם איסור העברת שיער בית השחי והערווה – הוא מהתורה או מדרבנן?</a:t>
            </a:r>
          </a:p>
          <a:p>
            <a:r>
              <a:rPr lang="he-IL" dirty="0"/>
              <a:t>האם יש איסור כאשר אין מטרתו ליופי אלא למנוע צער או בושה?</a:t>
            </a:r>
          </a:p>
          <a:p>
            <a:r>
              <a:rPr lang="he-IL" dirty="0"/>
              <a:t>האם שאר האיברים מותר או אסור מדרבנן? והאם יש חילוק ומדוע?</a:t>
            </a:r>
          </a:p>
          <a:p>
            <a:r>
              <a:rPr lang="he-IL" dirty="0"/>
              <a:t>מה הדין כאשר הציבור הכללי נוהג להעביר. </a:t>
            </a:r>
          </a:p>
          <a:p>
            <a:r>
              <a:rPr lang="he-IL" dirty="0"/>
              <a:t>האם האיסור הוא הפעולה או התוצאה?</a:t>
            </a:r>
          </a:p>
        </p:txBody>
      </p:sp>
    </p:spTree>
    <p:extLst>
      <p:ext uri="{BB962C8B-B14F-4D97-AF65-F5344CB8AC3E}">
        <p14:creationId xmlns:p14="http://schemas.microsoft.com/office/powerpoint/2010/main" val="3228955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6AD5A10-F9A8-B4BD-B76F-45BA6ADCA6E0}"/>
              </a:ext>
            </a:extLst>
          </p:cNvPr>
          <p:cNvSpPr>
            <a:spLocks noGrp="1"/>
          </p:cNvSpPr>
          <p:nvPr>
            <p:ph type="title"/>
          </p:nvPr>
        </p:nvSpPr>
        <p:spPr/>
        <p:txBody>
          <a:bodyPr/>
          <a:lstStyle/>
          <a:p>
            <a:r>
              <a:rPr lang="he-IL" dirty="0" err="1"/>
              <a:t>דאוריתא</a:t>
            </a:r>
            <a:r>
              <a:rPr lang="he-IL" dirty="0"/>
              <a:t> או דרבנן</a:t>
            </a:r>
          </a:p>
        </p:txBody>
      </p:sp>
      <p:sp>
        <p:nvSpPr>
          <p:cNvPr id="3" name="מציין מיקום תוכן 2">
            <a:extLst>
              <a:ext uri="{FF2B5EF4-FFF2-40B4-BE49-F238E27FC236}">
                <a16:creationId xmlns:a16="http://schemas.microsoft.com/office/drawing/2014/main" id="{6CB32761-6924-E44E-1536-93B9EE79D6B1}"/>
              </a:ext>
            </a:extLst>
          </p:cNvPr>
          <p:cNvSpPr>
            <a:spLocks noGrp="1"/>
          </p:cNvSpPr>
          <p:nvPr>
            <p:ph idx="1"/>
          </p:nvPr>
        </p:nvSpPr>
        <p:spPr/>
        <p:txBody>
          <a:bodyPr/>
          <a:lstStyle/>
          <a:p>
            <a:endParaRPr lang="he-IL" dirty="0"/>
          </a:p>
        </p:txBody>
      </p:sp>
    </p:spTree>
    <p:extLst>
      <p:ext uri="{BB962C8B-B14F-4D97-AF65-F5344CB8AC3E}">
        <p14:creationId xmlns:p14="http://schemas.microsoft.com/office/powerpoint/2010/main" val="2341305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6AD5A10-F9A8-B4BD-B76F-45BA6ADCA6E0}"/>
              </a:ext>
            </a:extLst>
          </p:cNvPr>
          <p:cNvSpPr>
            <a:spLocks noGrp="1"/>
          </p:cNvSpPr>
          <p:nvPr>
            <p:ph type="title"/>
          </p:nvPr>
        </p:nvSpPr>
        <p:spPr/>
        <p:txBody>
          <a:bodyPr/>
          <a:lstStyle/>
          <a:p>
            <a:r>
              <a:rPr lang="he-IL" dirty="0"/>
              <a:t>שאר איברים</a:t>
            </a:r>
          </a:p>
        </p:txBody>
      </p:sp>
      <p:sp>
        <p:nvSpPr>
          <p:cNvPr id="3" name="מציין מיקום תוכן 2">
            <a:extLst>
              <a:ext uri="{FF2B5EF4-FFF2-40B4-BE49-F238E27FC236}">
                <a16:creationId xmlns:a16="http://schemas.microsoft.com/office/drawing/2014/main" id="{6CB32761-6924-E44E-1536-93B9EE79D6B1}"/>
              </a:ext>
            </a:extLst>
          </p:cNvPr>
          <p:cNvSpPr>
            <a:spLocks noGrp="1"/>
          </p:cNvSpPr>
          <p:nvPr>
            <p:ph idx="1"/>
          </p:nvPr>
        </p:nvSpPr>
        <p:spPr/>
        <p:txBody>
          <a:bodyPr/>
          <a:lstStyle/>
          <a:p>
            <a:endParaRPr lang="he-IL" dirty="0"/>
          </a:p>
        </p:txBody>
      </p:sp>
    </p:spTree>
    <p:extLst>
      <p:ext uri="{BB962C8B-B14F-4D97-AF65-F5344CB8AC3E}">
        <p14:creationId xmlns:p14="http://schemas.microsoft.com/office/powerpoint/2010/main" val="2211265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6AD5A10-F9A8-B4BD-B76F-45BA6ADCA6E0}"/>
              </a:ext>
            </a:extLst>
          </p:cNvPr>
          <p:cNvSpPr>
            <a:spLocks noGrp="1"/>
          </p:cNvSpPr>
          <p:nvPr>
            <p:ph type="title"/>
          </p:nvPr>
        </p:nvSpPr>
        <p:spPr/>
        <p:txBody>
          <a:bodyPr/>
          <a:lstStyle/>
          <a:p>
            <a:r>
              <a:rPr lang="he-IL" dirty="0"/>
              <a:t>למנוע צער</a:t>
            </a:r>
          </a:p>
        </p:txBody>
      </p:sp>
      <p:sp>
        <p:nvSpPr>
          <p:cNvPr id="3" name="מציין מיקום תוכן 2">
            <a:extLst>
              <a:ext uri="{FF2B5EF4-FFF2-40B4-BE49-F238E27FC236}">
                <a16:creationId xmlns:a16="http://schemas.microsoft.com/office/drawing/2014/main" id="{6CB32761-6924-E44E-1536-93B9EE79D6B1}"/>
              </a:ext>
            </a:extLst>
          </p:cNvPr>
          <p:cNvSpPr>
            <a:spLocks noGrp="1"/>
          </p:cNvSpPr>
          <p:nvPr>
            <p:ph idx="1"/>
          </p:nvPr>
        </p:nvSpPr>
        <p:spPr/>
        <p:txBody>
          <a:bodyPr/>
          <a:lstStyle/>
          <a:p>
            <a:r>
              <a:rPr lang="he-IL" dirty="0"/>
              <a:t>מפורש בשולחן ערוך שמותר להסיר כאשר כוונתו למנוע כאב וצער. </a:t>
            </a:r>
          </a:p>
          <a:p>
            <a:r>
              <a:rPr lang="he-IL" dirty="0"/>
              <a:t>ואין צריך בזה היתר של חולה, אלא שכל האיסור נובע מהרצון ליופי ומניעת צער זה ההיפך הגמור. </a:t>
            </a:r>
          </a:p>
          <a:p>
            <a:r>
              <a:rPr lang="he-IL" dirty="0"/>
              <a:t>מה הדין למנוע ביזיון?</a:t>
            </a:r>
          </a:p>
          <a:p>
            <a:r>
              <a:rPr lang="he-IL" dirty="0"/>
              <a:t>הדרכי משה מתיר, ולמד זאת מדין צער. </a:t>
            </a:r>
          </a:p>
        </p:txBody>
      </p:sp>
    </p:spTree>
    <p:extLst>
      <p:ext uri="{BB962C8B-B14F-4D97-AF65-F5344CB8AC3E}">
        <p14:creationId xmlns:p14="http://schemas.microsoft.com/office/powerpoint/2010/main" val="4136006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heel(1)">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heel(1)">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heel(1)">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6AD5A10-F9A8-B4BD-B76F-45BA6ADCA6E0}"/>
              </a:ext>
            </a:extLst>
          </p:cNvPr>
          <p:cNvSpPr>
            <a:spLocks noGrp="1"/>
          </p:cNvSpPr>
          <p:nvPr>
            <p:ph type="title"/>
          </p:nvPr>
        </p:nvSpPr>
        <p:spPr/>
        <p:txBody>
          <a:bodyPr/>
          <a:lstStyle/>
          <a:p>
            <a:r>
              <a:rPr lang="he-IL" dirty="0"/>
              <a:t>מנהג העולם</a:t>
            </a:r>
          </a:p>
        </p:txBody>
      </p:sp>
      <p:sp>
        <p:nvSpPr>
          <p:cNvPr id="3" name="מציין מיקום תוכן 2">
            <a:extLst>
              <a:ext uri="{FF2B5EF4-FFF2-40B4-BE49-F238E27FC236}">
                <a16:creationId xmlns:a16="http://schemas.microsoft.com/office/drawing/2014/main" id="{6CB32761-6924-E44E-1536-93B9EE79D6B1}"/>
              </a:ext>
            </a:extLst>
          </p:cNvPr>
          <p:cNvSpPr>
            <a:spLocks noGrp="1"/>
          </p:cNvSpPr>
          <p:nvPr>
            <p:ph idx="1"/>
          </p:nvPr>
        </p:nvSpPr>
        <p:spPr/>
        <p:txBody>
          <a:bodyPr/>
          <a:lstStyle/>
          <a:p>
            <a:r>
              <a:rPr lang="he-IL" dirty="0"/>
              <a:t>בשולחן ערוך משמע שגם שמנהג העולם להעביר – אסור הדבר מדרבנן. ורק </a:t>
            </a:r>
            <a:r>
              <a:rPr lang="he-IL" dirty="0" err="1"/>
              <a:t>הרמ"א</a:t>
            </a:r>
            <a:r>
              <a:rPr lang="he-IL" dirty="0"/>
              <a:t> מתיר. והחברים נמענים מהיתר זה. </a:t>
            </a:r>
          </a:p>
          <a:p>
            <a:r>
              <a:rPr lang="he-IL" dirty="0"/>
              <a:t>לכאורה איך יש מנהג להתיר אם הדבר אסור?</a:t>
            </a:r>
          </a:p>
          <a:p>
            <a:r>
              <a:rPr lang="he-IL" dirty="0"/>
              <a:t>בפרישה מבואר שמנהג הגויים גם מועיל להתיר. </a:t>
            </a:r>
          </a:p>
          <a:p>
            <a:r>
              <a:rPr lang="he-IL" dirty="0"/>
              <a:t>יש חולקים וסוברים שרק כאשר יהיה מנהג להסיר לא מחמת יופי אז יהיה מותר. </a:t>
            </a:r>
          </a:p>
          <a:p>
            <a:r>
              <a:rPr lang="he-IL" dirty="0"/>
              <a:t>וכן יש שחששו שרק מנהג של יראי שמים נקרא מנהג.</a:t>
            </a:r>
          </a:p>
          <a:p>
            <a:r>
              <a:rPr lang="he-IL" dirty="0"/>
              <a:t>וצריך עיון כיצד יסבירו שמנהג מתיר? (יש מתרצים – שנהגו כולם ביחד)</a:t>
            </a:r>
          </a:p>
        </p:txBody>
      </p:sp>
    </p:spTree>
    <p:extLst>
      <p:ext uri="{BB962C8B-B14F-4D97-AF65-F5344CB8AC3E}">
        <p14:creationId xmlns:p14="http://schemas.microsoft.com/office/powerpoint/2010/main" val="4056235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heel(1)">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heel(1)">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heel(1)">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heel(1)">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heel(1)">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6197026-BBF6-D3F6-7F41-B14A0D3EC8C5}"/>
              </a:ext>
            </a:extLst>
          </p:cNvPr>
          <p:cNvSpPr>
            <a:spLocks noGrp="1"/>
          </p:cNvSpPr>
          <p:nvPr>
            <p:ph type="title"/>
          </p:nvPr>
        </p:nvSpPr>
        <p:spPr/>
        <p:txBody>
          <a:bodyPr/>
          <a:lstStyle/>
          <a:p>
            <a:pPr algn="ctr"/>
            <a:r>
              <a:rPr lang="he-IL" dirty="0"/>
              <a:t>לא ילבש – שמשתנה המנהג</a:t>
            </a:r>
          </a:p>
        </p:txBody>
      </p:sp>
      <p:sp>
        <p:nvSpPr>
          <p:cNvPr id="3" name="מציין מיקום תוכן 2">
            <a:extLst>
              <a:ext uri="{FF2B5EF4-FFF2-40B4-BE49-F238E27FC236}">
                <a16:creationId xmlns:a16="http://schemas.microsoft.com/office/drawing/2014/main" id="{DD992591-0183-C976-01D6-3CDD678CDF7E}"/>
              </a:ext>
            </a:extLst>
          </p:cNvPr>
          <p:cNvSpPr>
            <a:spLocks noGrp="1"/>
          </p:cNvSpPr>
          <p:nvPr>
            <p:ph idx="1"/>
          </p:nvPr>
        </p:nvSpPr>
        <p:spPr/>
        <p:txBody>
          <a:bodyPr>
            <a:normAutofit fontScale="92500" lnSpcReduction="20000"/>
          </a:bodyPr>
          <a:lstStyle/>
          <a:p>
            <a:r>
              <a:rPr lang="he-IL" dirty="0"/>
              <a:t>הנה יש דעות הסוברות שגם אם השתנה המנהג של העולם, ורגילים לגלח מקום מסוים עדין זה בכלל איסור.</a:t>
            </a:r>
          </a:p>
          <a:p>
            <a:r>
              <a:rPr lang="he-IL" dirty="0"/>
              <a:t>וצריך עיון הרי אם מנהג מקום מסוים מותר – ומדוע כאן אוסרים?</a:t>
            </a:r>
          </a:p>
          <a:p>
            <a:r>
              <a:rPr lang="he-IL" b="0" i="0" dirty="0">
                <a:solidFill>
                  <a:srgbClr val="222222"/>
                </a:solidFill>
                <a:effectLst/>
                <a:highlight>
                  <a:srgbClr val="FFFFFF"/>
                </a:highlight>
                <a:latin typeface="Helvetica Neue"/>
              </a:rPr>
              <a:t>האיסור "לא ילבש גבר שמלת </a:t>
            </a:r>
            <a:r>
              <a:rPr lang="he-IL" b="0" i="0" dirty="0" err="1">
                <a:solidFill>
                  <a:srgbClr val="222222"/>
                </a:solidFill>
                <a:effectLst/>
                <a:highlight>
                  <a:srgbClr val="FFFFFF"/>
                </a:highlight>
                <a:latin typeface="Helvetica Neue"/>
              </a:rPr>
              <a:t>אשה</a:t>
            </a:r>
            <a:r>
              <a:rPr lang="he-IL" b="0" i="0" dirty="0">
                <a:solidFill>
                  <a:srgbClr val="222222"/>
                </a:solidFill>
                <a:effectLst/>
                <a:highlight>
                  <a:srgbClr val="FFFFFF"/>
                </a:highlight>
                <a:latin typeface="Helvetica Neue"/>
              </a:rPr>
              <a:t>" כולל אף הוא פרטים נוספים, מלבד לבישת בגדים ותכשיטים המיוחדים לנשים. כך לדוגמה, אסור מדרבנן לגלח את שער בית השחי והערווה, כיוון שגילוח שער זה הוא פעולה מיוחדת לנשים;</a:t>
            </a:r>
            <a:r>
              <a:rPr lang="he-IL" b="0" i="0" u="none" strike="noStrike" baseline="30000" dirty="0">
                <a:solidFill>
                  <a:srgbClr val="5A3696"/>
                </a:solidFill>
                <a:effectLst/>
                <a:highlight>
                  <a:srgbClr val="FFFFFF"/>
                </a:highlight>
                <a:latin typeface="inherit"/>
                <a:hlinkClick r:id="rId2"/>
              </a:rPr>
              <a:t>[12]</a:t>
            </a:r>
            <a:r>
              <a:rPr lang="he-IL" b="0" i="0" dirty="0">
                <a:solidFill>
                  <a:srgbClr val="222222"/>
                </a:solidFill>
                <a:effectLst/>
                <a:highlight>
                  <a:srgbClr val="FFFFFF"/>
                </a:highlight>
                <a:latin typeface="Helvetica Neue"/>
              </a:rPr>
              <a:t> אך אם מקובל במקום מסוים שגם גברים יגלחו שער זה – הדבר מותר.</a:t>
            </a:r>
          </a:p>
          <a:p>
            <a:r>
              <a:rPr lang="he-IL" dirty="0"/>
              <a:t>ונראה שהאוסרים סוברים – שרק אם היה תמיד המנהג במקום זה לגלח מותר, אבל אם היה המנהג לאסור ולאחר מכן נשתנה הדבר על ידי חילונים וגויים הדבר אסור – ראה </a:t>
            </a:r>
          </a:p>
          <a:p>
            <a:r>
              <a:rPr lang="he-IL" dirty="0"/>
              <a:t>אנציקלופדיה תלמודית כרך לד, [לא ילבש] טור כה</a:t>
            </a:r>
          </a:p>
          <a:p>
            <a:r>
              <a:rPr lang="he-IL" dirty="0"/>
              <a:t>תיקוני נשים, שהחלו אנשים לנהוג בהם, כתבו ראשונים ואחרונים שאין זה חשוב מנהג אנשים, שאף שהרגיל אדם ונמשך בדבר האסור, ונמשכו רבים אחריו, אין האיסור חוזר להיתרו, וחלילה לנו לחזק מנהג שבא בעבירה, כדי לפטור אנשים מן האיסור. </a:t>
            </a:r>
          </a:p>
        </p:txBody>
      </p:sp>
    </p:spTree>
    <p:extLst>
      <p:ext uri="{BB962C8B-B14F-4D97-AF65-F5344CB8AC3E}">
        <p14:creationId xmlns:p14="http://schemas.microsoft.com/office/powerpoint/2010/main" val="1696963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6AD5A10-F9A8-B4BD-B76F-45BA6ADCA6E0}"/>
              </a:ext>
            </a:extLst>
          </p:cNvPr>
          <p:cNvSpPr>
            <a:spLocks noGrp="1"/>
          </p:cNvSpPr>
          <p:nvPr>
            <p:ph type="title"/>
          </p:nvPr>
        </p:nvSpPr>
        <p:spPr/>
        <p:txBody>
          <a:bodyPr/>
          <a:lstStyle/>
          <a:p>
            <a:r>
              <a:rPr lang="he-IL" dirty="0"/>
              <a:t>המעשה או התוצאה</a:t>
            </a:r>
          </a:p>
        </p:txBody>
      </p:sp>
      <p:sp>
        <p:nvSpPr>
          <p:cNvPr id="3" name="מציין מיקום תוכן 2">
            <a:extLst>
              <a:ext uri="{FF2B5EF4-FFF2-40B4-BE49-F238E27FC236}">
                <a16:creationId xmlns:a16="http://schemas.microsoft.com/office/drawing/2014/main" id="{6CB32761-6924-E44E-1536-93B9EE79D6B1}"/>
              </a:ext>
            </a:extLst>
          </p:cNvPr>
          <p:cNvSpPr>
            <a:spLocks noGrp="1"/>
          </p:cNvSpPr>
          <p:nvPr>
            <p:ph idx="1"/>
          </p:nvPr>
        </p:nvSpPr>
        <p:spPr/>
        <p:txBody>
          <a:bodyPr/>
          <a:lstStyle/>
          <a:p>
            <a:r>
              <a:rPr lang="he-IL" dirty="0"/>
              <a:t>דעת </a:t>
            </a:r>
            <a:r>
              <a:rPr lang="he-IL" dirty="0" err="1"/>
              <a:t>האג"מ</a:t>
            </a:r>
            <a:r>
              <a:rPr lang="he-IL" dirty="0"/>
              <a:t> שעיקר האיסור הוא התוצאה, ולכן לא יועיל לעשות כך על ידי </a:t>
            </a:r>
            <a:r>
              <a:rPr lang="he-IL" dirty="0" err="1"/>
              <a:t>גרמא</a:t>
            </a:r>
            <a:r>
              <a:rPr lang="he-IL" dirty="0"/>
              <a:t> וכד'.</a:t>
            </a:r>
          </a:p>
          <a:p>
            <a:r>
              <a:rPr lang="he-IL" dirty="0"/>
              <a:t>וכן לפי זה – לא יהיה </a:t>
            </a:r>
            <a:r>
              <a:rPr lang="he-IL" dirty="0" err="1"/>
              <a:t>קולא</a:t>
            </a:r>
            <a:r>
              <a:rPr lang="he-IL" dirty="0"/>
              <a:t> אם יעשה כך על ידי גוי. </a:t>
            </a:r>
          </a:p>
        </p:txBody>
      </p:sp>
    </p:spTree>
    <p:extLst>
      <p:ext uri="{BB962C8B-B14F-4D97-AF65-F5344CB8AC3E}">
        <p14:creationId xmlns:p14="http://schemas.microsoft.com/office/powerpoint/2010/main" val="2696906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heel(1)">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6AD5A10-F9A8-B4BD-B76F-45BA6ADCA6E0}"/>
              </a:ext>
            </a:extLst>
          </p:cNvPr>
          <p:cNvSpPr>
            <a:spLocks noGrp="1"/>
          </p:cNvSpPr>
          <p:nvPr>
            <p:ph type="title"/>
          </p:nvPr>
        </p:nvSpPr>
        <p:spPr/>
        <p:txBody>
          <a:bodyPr/>
          <a:lstStyle/>
          <a:p>
            <a:r>
              <a:rPr lang="he-IL" dirty="0"/>
              <a:t>חברים נמנעים</a:t>
            </a:r>
          </a:p>
        </p:txBody>
      </p:sp>
      <p:sp>
        <p:nvSpPr>
          <p:cNvPr id="3" name="מציין מיקום תוכן 2">
            <a:extLst>
              <a:ext uri="{FF2B5EF4-FFF2-40B4-BE49-F238E27FC236}">
                <a16:creationId xmlns:a16="http://schemas.microsoft.com/office/drawing/2014/main" id="{6CB32761-6924-E44E-1536-93B9EE79D6B1}"/>
              </a:ext>
            </a:extLst>
          </p:cNvPr>
          <p:cNvSpPr>
            <a:spLocks noGrp="1"/>
          </p:cNvSpPr>
          <p:nvPr>
            <p:ph idx="1"/>
          </p:nvPr>
        </p:nvSpPr>
        <p:spPr/>
        <p:txBody>
          <a:bodyPr/>
          <a:lstStyle/>
          <a:p>
            <a:r>
              <a:rPr lang="he-IL" dirty="0"/>
              <a:t>גם שיש מנהג העולם, חברים נמנעים מזה.</a:t>
            </a:r>
          </a:p>
          <a:p>
            <a:r>
              <a:rPr lang="he-IL" dirty="0"/>
              <a:t>מסביר הרב גרוס שטעם החברים -  מחמת שכוונתו ליופי.</a:t>
            </a:r>
          </a:p>
          <a:p>
            <a:r>
              <a:rPr lang="he-IL" dirty="0"/>
              <a:t>אבל אם כוונתו רק למנוע צער – גם חברים לא נמנעים.  </a:t>
            </a:r>
          </a:p>
          <a:p>
            <a:endParaRPr lang="he-IL" dirty="0"/>
          </a:p>
        </p:txBody>
      </p:sp>
    </p:spTree>
    <p:extLst>
      <p:ext uri="{BB962C8B-B14F-4D97-AF65-F5344CB8AC3E}">
        <p14:creationId xmlns:p14="http://schemas.microsoft.com/office/powerpoint/2010/main" val="1611190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heel(1)">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heel(1)">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6AD5A10-F9A8-B4BD-B76F-45BA6ADCA6E0}"/>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6CB32761-6924-E44E-1536-93B9EE79D6B1}"/>
              </a:ext>
            </a:extLst>
          </p:cNvPr>
          <p:cNvSpPr>
            <a:spLocks noGrp="1"/>
          </p:cNvSpPr>
          <p:nvPr>
            <p:ph idx="1"/>
          </p:nvPr>
        </p:nvSpPr>
        <p:spPr/>
        <p:txBody>
          <a:bodyPr/>
          <a:lstStyle/>
          <a:p>
            <a:endParaRPr lang="he-IL" dirty="0"/>
          </a:p>
        </p:txBody>
      </p:sp>
    </p:spTree>
    <p:extLst>
      <p:ext uri="{BB962C8B-B14F-4D97-AF65-F5344CB8AC3E}">
        <p14:creationId xmlns:p14="http://schemas.microsoft.com/office/powerpoint/2010/main" val="728003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תג">
  <a:themeElements>
    <a:clrScheme name="חציון">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תג">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תג">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docProps/app.xml><?xml version="1.0" encoding="utf-8"?>
<Properties xmlns="http://schemas.openxmlformats.org/officeDocument/2006/extended-properties" xmlns:vt="http://schemas.openxmlformats.org/officeDocument/2006/docPropsVTypes">
  <Template>TM10001106[[fn=תג]]</Template>
  <TotalTime>2040</TotalTime>
  <Words>447</Words>
  <Application>Microsoft Office PowerPoint</Application>
  <PresentationFormat>מסך רחב</PresentationFormat>
  <Paragraphs>35</Paragraphs>
  <Slides>10</Slides>
  <Notes>0</Notes>
  <HiddenSlides>0</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10</vt:i4>
      </vt:variant>
    </vt:vector>
  </HeadingPairs>
  <TitlesOfParts>
    <vt:vector size="16" baseType="lpstr">
      <vt:lpstr>Arial</vt:lpstr>
      <vt:lpstr>Gill Sans MT</vt:lpstr>
      <vt:lpstr>Helvetica Neue</vt:lpstr>
      <vt:lpstr>Impact</vt:lpstr>
      <vt:lpstr>inherit</vt:lpstr>
      <vt:lpstr>תג</vt:lpstr>
      <vt:lpstr>דיני לא ילבש  </vt:lpstr>
      <vt:lpstr>איסור לא ילבש - בגילוח</vt:lpstr>
      <vt:lpstr>דאוריתא או דרבנן</vt:lpstr>
      <vt:lpstr>שאר איברים</vt:lpstr>
      <vt:lpstr>למנוע צער</vt:lpstr>
      <vt:lpstr>מנהג העולם</vt:lpstr>
      <vt:lpstr>לא ילבש – שמשתנה המנהג</vt:lpstr>
      <vt:lpstr>המעשה או התוצאה</vt:lpstr>
      <vt:lpstr>חברים נמנעים</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יהודה טאוב</dc:creator>
  <cp:lastModifiedBy>יהודה טאוב</cp:lastModifiedBy>
  <cp:revision>2</cp:revision>
  <dcterms:created xsi:type="dcterms:W3CDTF">2024-07-28T14:40:52Z</dcterms:created>
  <dcterms:modified xsi:type="dcterms:W3CDTF">2024-09-15T00:08:36Z</dcterms:modified>
</cp:coreProperties>
</file>