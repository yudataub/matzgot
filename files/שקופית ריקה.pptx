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4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bookmarkIdSeed="2">
  <p:sldMasterIdLst>
    <p:sldMasterId id="2147483728" r:id="rId1"/>
    <p:sldMasterId id="2147483648" r:id="rId2"/>
    <p:sldMasterId id="2147483660" r:id="rId3"/>
    <p:sldMasterId id="2147483711" r:id="rId4"/>
    <p:sldMasterId id="2147483745" r:id="rId5"/>
  </p:sldMasterIdLst>
  <p:notesMasterIdLst>
    <p:notesMasterId r:id="rId40"/>
  </p:notesMasterIdLst>
  <p:sldIdLst>
    <p:sldId id="256" r:id="rId6"/>
    <p:sldId id="670" r:id="rId7"/>
    <p:sldId id="671" r:id="rId8"/>
    <p:sldId id="672" r:id="rId9"/>
    <p:sldId id="673" r:id="rId10"/>
    <p:sldId id="674" r:id="rId11"/>
    <p:sldId id="675" r:id="rId12"/>
    <p:sldId id="676" r:id="rId13"/>
    <p:sldId id="677" r:id="rId14"/>
    <p:sldId id="678" r:id="rId15"/>
    <p:sldId id="679" r:id="rId16"/>
    <p:sldId id="680" r:id="rId17"/>
    <p:sldId id="681" r:id="rId18"/>
    <p:sldId id="682" r:id="rId19"/>
    <p:sldId id="683" r:id="rId20"/>
    <p:sldId id="684" r:id="rId21"/>
    <p:sldId id="685" r:id="rId22"/>
    <p:sldId id="686" r:id="rId23"/>
    <p:sldId id="687" r:id="rId24"/>
    <p:sldId id="688" r:id="rId25"/>
    <p:sldId id="689" r:id="rId26"/>
    <p:sldId id="690" r:id="rId27"/>
    <p:sldId id="691" r:id="rId28"/>
    <p:sldId id="692" r:id="rId29"/>
    <p:sldId id="693" r:id="rId30"/>
    <p:sldId id="694" r:id="rId31"/>
    <p:sldId id="695" r:id="rId32"/>
    <p:sldId id="696" r:id="rId33"/>
    <p:sldId id="697" r:id="rId34"/>
    <p:sldId id="698" r:id="rId35"/>
    <p:sldId id="699" r:id="rId36"/>
    <p:sldId id="700" r:id="rId37"/>
    <p:sldId id="701" r:id="rId38"/>
    <p:sldId id="702" r:id="rId39"/>
  </p:sldIdLst>
  <p:sldSz cx="12192000" cy="6858000"/>
  <p:notesSz cx="7104063" cy="10234613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מקטע ברירת מחדל" id="{5FCE5477-A272-4AE2-B873-D2B62B27CBD2}">
          <p14:sldIdLst>
            <p14:sldId id="256"/>
            <p14:sldId id="670"/>
            <p14:sldId id="671"/>
            <p14:sldId id="672"/>
            <p14:sldId id="673"/>
            <p14:sldId id="674"/>
            <p14:sldId id="675"/>
            <p14:sldId id="676"/>
            <p14:sldId id="677"/>
            <p14:sldId id="678"/>
            <p14:sldId id="679"/>
            <p14:sldId id="680"/>
            <p14:sldId id="681"/>
            <p14:sldId id="682"/>
            <p14:sldId id="683"/>
            <p14:sldId id="684"/>
            <p14:sldId id="685"/>
            <p14:sldId id="686"/>
            <p14:sldId id="687"/>
            <p14:sldId id="688"/>
            <p14:sldId id="689"/>
            <p14:sldId id="690"/>
            <p14:sldId id="691"/>
            <p14:sldId id="692"/>
            <p14:sldId id="693"/>
            <p14:sldId id="694"/>
            <p14:sldId id="695"/>
            <p14:sldId id="696"/>
            <p14:sldId id="697"/>
            <p14:sldId id="698"/>
            <p14:sldId id="699"/>
            <p14:sldId id="700"/>
            <p14:sldId id="701"/>
            <p14:sldId id="7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C5EAE2-088F-BE02-015C-D9BDFC147D23}" name="יהודה טאוב" initials="י.ט." userId="יהודה טאוב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013" autoAdjust="0"/>
    <p:restoredTop sz="95726" autoAdjust="0"/>
  </p:normalViewPr>
  <p:slideViewPr>
    <p:cSldViewPr snapToGrid="0">
      <p:cViewPr varScale="1">
        <p:scale>
          <a:sx n="96" d="100"/>
          <a:sy n="96" d="100"/>
        </p:scale>
        <p:origin x="130" y="62"/>
      </p:cViewPr>
      <p:guideLst/>
    </p:cSldViewPr>
  </p:slideViewPr>
  <p:outlineViewPr>
    <p:cViewPr>
      <p:scale>
        <a:sx n="33" d="100"/>
        <a:sy n="33" d="100"/>
      </p:scale>
      <p:origin x="0" y="-24475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microsoft.com/office/2018/10/relationships/authors" Target="authors.xml"/><Relationship Id="rId20" Type="http://schemas.openxmlformats.org/officeDocument/2006/relationships/slide" Target="slides/slide15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יהודה טאוב" userId="80c2dbd02819b45c" providerId="LiveId" clId="{20750B41-F492-45DF-83EF-54847387793B}"/>
    <pc:docChg chg="custSel addSld delSld modSld modSection">
      <pc:chgData name="יהודה טאוב" userId="80c2dbd02819b45c" providerId="LiveId" clId="{20750B41-F492-45DF-83EF-54847387793B}" dt="2024-04-24T14:33:07.543" v="48" actId="2890"/>
      <pc:docMkLst>
        <pc:docMk/>
      </pc:docMkLst>
      <pc:sldChg chg="delSp modSp mod">
        <pc:chgData name="יהודה טאוב" userId="80c2dbd02819b45c" providerId="LiveId" clId="{20750B41-F492-45DF-83EF-54847387793B}" dt="2024-04-24T14:32:58.710" v="16" actId="478"/>
        <pc:sldMkLst>
          <pc:docMk/>
          <pc:sldMk cId="685444161" sldId="256"/>
        </pc:sldMkLst>
        <pc:spChg chg="mod">
          <ac:chgData name="יהודה טאוב" userId="80c2dbd02819b45c" providerId="LiveId" clId="{20750B41-F492-45DF-83EF-54847387793B}" dt="2024-04-24T14:32:48.753" v="13" actId="6549"/>
          <ac:spMkLst>
            <pc:docMk/>
            <pc:sldMk cId="685444161" sldId="256"/>
            <ac:spMk id="2" creationId="{2F2AA11D-C26A-F3CE-D362-D80DA4F55F6F}"/>
          </ac:spMkLst>
        </pc:spChg>
        <pc:spChg chg="mod">
          <ac:chgData name="יהודה טאוב" userId="80c2dbd02819b45c" providerId="LiveId" clId="{20750B41-F492-45DF-83EF-54847387793B}" dt="2024-04-24T14:32:53.170" v="14" actId="6549"/>
          <ac:spMkLst>
            <pc:docMk/>
            <pc:sldMk cId="685444161" sldId="256"/>
            <ac:spMk id="3" creationId="{5857CA82-8A9D-728E-ED78-AC34D32E7ECE}"/>
          </ac:spMkLst>
        </pc:spChg>
        <pc:picChg chg="del">
          <ac:chgData name="יהודה טאוב" userId="80c2dbd02819b45c" providerId="LiveId" clId="{20750B41-F492-45DF-83EF-54847387793B}" dt="2024-04-24T14:32:58.710" v="16" actId="478"/>
          <ac:picMkLst>
            <pc:docMk/>
            <pc:sldMk cId="685444161" sldId="256"/>
            <ac:picMk id="4" creationId="{2B5795FC-761D-EDC5-7BA0-6F111658EDB0}"/>
          </ac:picMkLst>
        </pc:picChg>
        <pc:picChg chg="del">
          <ac:chgData name="יהודה טאוב" userId="80c2dbd02819b45c" providerId="LiveId" clId="{20750B41-F492-45DF-83EF-54847387793B}" dt="2024-04-24T14:32:56.691" v="15" actId="478"/>
          <ac:picMkLst>
            <pc:docMk/>
            <pc:sldMk cId="685444161" sldId="256"/>
            <ac:picMk id="3074" creationId="{52C8397F-CD62-BADE-A514-D32554BEF421}"/>
          </ac:picMkLst>
        </pc:picChg>
      </pc:sldChg>
      <pc:sldChg chg="modSp mod modAnim">
        <pc:chgData name="יהודה טאוב" userId="80c2dbd02819b45c" providerId="LiveId" clId="{20750B41-F492-45DF-83EF-54847387793B}" dt="2024-04-24T14:32:38.412" v="11"/>
        <pc:sldMkLst>
          <pc:docMk/>
          <pc:sldMk cId="1429896432" sldId="670"/>
        </pc:sldMkLst>
        <pc:spChg chg="mod">
          <ac:chgData name="יהודה טאוב" userId="80c2dbd02819b45c" providerId="LiveId" clId="{20750B41-F492-45DF-83EF-54847387793B}" dt="2024-04-24T14:32:33.352" v="10" actId="20577"/>
          <ac:spMkLst>
            <pc:docMk/>
            <pc:sldMk cId="1429896432" sldId="670"/>
            <ac:spMk id="2" creationId="{6E5E004A-7240-C534-9710-CC2159C6095A}"/>
          </ac:spMkLst>
        </pc:spChg>
        <pc:spChg chg="mod">
          <ac:chgData name="יהודה טאוב" userId="80c2dbd02819b45c" providerId="LiveId" clId="{20750B41-F492-45DF-83EF-54847387793B}" dt="2024-04-24T14:32:26.975" v="0" actId="6549"/>
          <ac:spMkLst>
            <pc:docMk/>
            <pc:sldMk cId="1429896432" sldId="670"/>
            <ac:spMk id="3" creationId="{CFBCB363-E023-ECFA-91B1-FC6E0E7B2F9A}"/>
          </ac:spMkLst>
        </pc:spChg>
      </pc:sldChg>
      <pc:sldChg chg="del">
        <pc:chgData name="יהודה טאוב" userId="80c2dbd02819b45c" providerId="LiveId" clId="{20750B41-F492-45DF-83EF-54847387793B}" dt="2024-04-24T14:32:41.170" v="12" actId="47"/>
        <pc:sldMkLst>
          <pc:docMk/>
          <pc:sldMk cId="424115073" sldId="671"/>
        </pc:sldMkLst>
      </pc:sldChg>
      <pc:sldChg chg="add">
        <pc:chgData name="יהודה טאוב" userId="80c2dbd02819b45c" providerId="LiveId" clId="{20750B41-F492-45DF-83EF-54847387793B}" dt="2024-04-24T14:33:04.410" v="17" actId="2890"/>
        <pc:sldMkLst>
          <pc:docMk/>
          <pc:sldMk cId="2094133984" sldId="671"/>
        </pc:sldMkLst>
      </pc:sldChg>
      <pc:sldChg chg="add">
        <pc:chgData name="יהודה טאוב" userId="80c2dbd02819b45c" providerId="LiveId" clId="{20750B41-F492-45DF-83EF-54847387793B}" dt="2024-04-24T14:33:05.935" v="18" actId="2890"/>
        <pc:sldMkLst>
          <pc:docMk/>
          <pc:sldMk cId="8960287" sldId="672"/>
        </pc:sldMkLst>
      </pc:sldChg>
      <pc:sldChg chg="add">
        <pc:chgData name="יהודה טאוב" userId="80c2dbd02819b45c" providerId="LiveId" clId="{20750B41-F492-45DF-83EF-54847387793B}" dt="2024-04-24T14:33:06.087" v="19" actId="2890"/>
        <pc:sldMkLst>
          <pc:docMk/>
          <pc:sldMk cId="3432683688" sldId="673"/>
        </pc:sldMkLst>
      </pc:sldChg>
      <pc:sldChg chg="add">
        <pc:chgData name="יהודה טאוב" userId="80c2dbd02819b45c" providerId="LiveId" clId="{20750B41-F492-45DF-83EF-54847387793B}" dt="2024-04-24T14:33:06.232" v="20" actId="2890"/>
        <pc:sldMkLst>
          <pc:docMk/>
          <pc:sldMk cId="3518836960" sldId="674"/>
        </pc:sldMkLst>
      </pc:sldChg>
      <pc:sldChg chg="add">
        <pc:chgData name="יהודה טאוב" userId="80c2dbd02819b45c" providerId="LiveId" clId="{20750B41-F492-45DF-83EF-54847387793B}" dt="2024-04-24T14:33:06.725" v="21" actId="2890"/>
        <pc:sldMkLst>
          <pc:docMk/>
          <pc:sldMk cId="2790350363" sldId="675"/>
        </pc:sldMkLst>
      </pc:sldChg>
      <pc:sldChg chg="add">
        <pc:chgData name="יהודה טאוב" userId="80c2dbd02819b45c" providerId="LiveId" clId="{20750B41-F492-45DF-83EF-54847387793B}" dt="2024-04-24T14:33:06.780" v="22" actId="2890"/>
        <pc:sldMkLst>
          <pc:docMk/>
          <pc:sldMk cId="1675713158" sldId="676"/>
        </pc:sldMkLst>
      </pc:sldChg>
      <pc:sldChg chg="add">
        <pc:chgData name="יהודה טאוב" userId="80c2dbd02819b45c" providerId="LiveId" clId="{20750B41-F492-45DF-83EF-54847387793B}" dt="2024-04-24T14:33:06.801" v="23" actId="2890"/>
        <pc:sldMkLst>
          <pc:docMk/>
          <pc:sldMk cId="1821326160" sldId="677"/>
        </pc:sldMkLst>
      </pc:sldChg>
      <pc:sldChg chg="add">
        <pc:chgData name="יהודה טאוב" userId="80c2dbd02819b45c" providerId="LiveId" clId="{20750B41-F492-45DF-83EF-54847387793B}" dt="2024-04-24T14:33:06.820" v="24" actId="2890"/>
        <pc:sldMkLst>
          <pc:docMk/>
          <pc:sldMk cId="211713561" sldId="678"/>
        </pc:sldMkLst>
      </pc:sldChg>
      <pc:sldChg chg="add">
        <pc:chgData name="יהודה טאוב" userId="80c2dbd02819b45c" providerId="LiveId" clId="{20750B41-F492-45DF-83EF-54847387793B}" dt="2024-04-24T14:33:06.843" v="25" actId="2890"/>
        <pc:sldMkLst>
          <pc:docMk/>
          <pc:sldMk cId="2861537019" sldId="679"/>
        </pc:sldMkLst>
      </pc:sldChg>
      <pc:sldChg chg="add">
        <pc:chgData name="יהודה טאוב" userId="80c2dbd02819b45c" providerId="LiveId" clId="{20750B41-F492-45DF-83EF-54847387793B}" dt="2024-04-24T14:33:06.874" v="26" actId="2890"/>
        <pc:sldMkLst>
          <pc:docMk/>
          <pc:sldMk cId="244618126" sldId="680"/>
        </pc:sldMkLst>
      </pc:sldChg>
      <pc:sldChg chg="add">
        <pc:chgData name="יהודה טאוב" userId="80c2dbd02819b45c" providerId="LiveId" clId="{20750B41-F492-45DF-83EF-54847387793B}" dt="2024-04-24T14:33:06.907" v="27" actId="2890"/>
        <pc:sldMkLst>
          <pc:docMk/>
          <pc:sldMk cId="1687471079" sldId="681"/>
        </pc:sldMkLst>
      </pc:sldChg>
      <pc:sldChg chg="add">
        <pc:chgData name="יהודה טאוב" userId="80c2dbd02819b45c" providerId="LiveId" clId="{20750B41-F492-45DF-83EF-54847387793B}" dt="2024-04-24T14:33:06.935" v="28" actId="2890"/>
        <pc:sldMkLst>
          <pc:docMk/>
          <pc:sldMk cId="2496468414" sldId="682"/>
        </pc:sldMkLst>
      </pc:sldChg>
      <pc:sldChg chg="add">
        <pc:chgData name="יהודה טאוב" userId="80c2dbd02819b45c" providerId="LiveId" clId="{20750B41-F492-45DF-83EF-54847387793B}" dt="2024-04-24T14:33:06.966" v="29" actId="2890"/>
        <pc:sldMkLst>
          <pc:docMk/>
          <pc:sldMk cId="1786864824" sldId="683"/>
        </pc:sldMkLst>
      </pc:sldChg>
      <pc:sldChg chg="add">
        <pc:chgData name="יהודה טאוב" userId="80c2dbd02819b45c" providerId="LiveId" clId="{20750B41-F492-45DF-83EF-54847387793B}" dt="2024-04-24T14:33:07.009" v="30" actId="2890"/>
        <pc:sldMkLst>
          <pc:docMk/>
          <pc:sldMk cId="1336269477" sldId="684"/>
        </pc:sldMkLst>
      </pc:sldChg>
      <pc:sldChg chg="add">
        <pc:chgData name="יהודה טאוב" userId="80c2dbd02819b45c" providerId="LiveId" clId="{20750B41-F492-45DF-83EF-54847387793B}" dt="2024-04-24T14:33:07.031" v="31" actId="2890"/>
        <pc:sldMkLst>
          <pc:docMk/>
          <pc:sldMk cId="3533640322" sldId="685"/>
        </pc:sldMkLst>
      </pc:sldChg>
      <pc:sldChg chg="add">
        <pc:chgData name="יהודה טאוב" userId="80c2dbd02819b45c" providerId="LiveId" clId="{20750B41-F492-45DF-83EF-54847387793B}" dt="2024-04-24T14:33:07.070" v="32" actId="2890"/>
        <pc:sldMkLst>
          <pc:docMk/>
          <pc:sldMk cId="238379822" sldId="686"/>
        </pc:sldMkLst>
      </pc:sldChg>
      <pc:sldChg chg="add">
        <pc:chgData name="יהודה טאוב" userId="80c2dbd02819b45c" providerId="LiveId" clId="{20750B41-F492-45DF-83EF-54847387793B}" dt="2024-04-24T14:33:07.090" v="33" actId="2890"/>
        <pc:sldMkLst>
          <pc:docMk/>
          <pc:sldMk cId="721038136" sldId="687"/>
        </pc:sldMkLst>
      </pc:sldChg>
      <pc:sldChg chg="add">
        <pc:chgData name="יהודה טאוב" userId="80c2dbd02819b45c" providerId="LiveId" clId="{20750B41-F492-45DF-83EF-54847387793B}" dt="2024-04-24T14:33:07.133" v="34" actId="2890"/>
        <pc:sldMkLst>
          <pc:docMk/>
          <pc:sldMk cId="3716279854" sldId="688"/>
        </pc:sldMkLst>
      </pc:sldChg>
      <pc:sldChg chg="add">
        <pc:chgData name="יהודה טאוב" userId="80c2dbd02819b45c" providerId="LiveId" clId="{20750B41-F492-45DF-83EF-54847387793B}" dt="2024-04-24T14:33:07.153" v="35" actId="2890"/>
        <pc:sldMkLst>
          <pc:docMk/>
          <pc:sldMk cId="737813928" sldId="689"/>
        </pc:sldMkLst>
      </pc:sldChg>
      <pc:sldChg chg="add">
        <pc:chgData name="יהודה טאוב" userId="80c2dbd02819b45c" providerId="LiveId" clId="{20750B41-F492-45DF-83EF-54847387793B}" dt="2024-04-24T14:33:07.168" v="36" actId="2890"/>
        <pc:sldMkLst>
          <pc:docMk/>
          <pc:sldMk cId="33016839" sldId="690"/>
        </pc:sldMkLst>
      </pc:sldChg>
      <pc:sldChg chg="add">
        <pc:chgData name="יהודה טאוב" userId="80c2dbd02819b45c" providerId="LiveId" clId="{20750B41-F492-45DF-83EF-54847387793B}" dt="2024-04-24T14:33:07.200" v="37" actId="2890"/>
        <pc:sldMkLst>
          <pc:docMk/>
          <pc:sldMk cId="3183521097" sldId="691"/>
        </pc:sldMkLst>
      </pc:sldChg>
      <pc:sldChg chg="add">
        <pc:chgData name="יהודה טאוב" userId="80c2dbd02819b45c" providerId="LiveId" clId="{20750B41-F492-45DF-83EF-54847387793B}" dt="2024-04-24T14:33:07.244" v="38" actId="2890"/>
        <pc:sldMkLst>
          <pc:docMk/>
          <pc:sldMk cId="1476847456" sldId="692"/>
        </pc:sldMkLst>
      </pc:sldChg>
      <pc:sldChg chg="add">
        <pc:chgData name="יהודה טאוב" userId="80c2dbd02819b45c" providerId="LiveId" clId="{20750B41-F492-45DF-83EF-54847387793B}" dt="2024-04-24T14:33:07.262" v="39" actId="2890"/>
        <pc:sldMkLst>
          <pc:docMk/>
          <pc:sldMk cId="2260355731" sldId="693"/>
        </pc:sldMkLst>
      </pc:sldChg>
      <pc:sldChg chg="add">
        <pc:chgData name="יהודה טאוב" userId="80c2dbd02819b45c" providerId="LiveId" clId="{20750B41-F492-45DF-83EF-54847387793B}" dt="2024-04-24T14:33:07.302" v="40" actId="2890"/>
        <pc:sldMkLst>
          <pc:docMk/>
          <pc:sldMk cId="414370659" sldId="694"/>
        </pc:sldMkLst>
      </pc:sldChg>
      <pc:sldChg chg="add">
        <pc:chgData name="יהודה טאוב" userId="80c2dbd02819b45c" providerId="LiveId" clId="{20750B41-F492-45DF-83EF-54847387793B}" dt="2024-04-24T14:33:07.321" v="41" actId="2890"/>
        <pc:sldMkLst>
          <pc:docMk/>
          <pc:sldMk cId="259361860" sldId="695"/>
        </pc:sldMkLst>
      </pc:sldChg>
      <pc:sldChg chg="add">
        <pc:chgData name="יהודה טאוב" userId="80c2dbd02819b45c" providerId="LiveId" clId="{20750B41-F492-45DF-83EF-54847387793B}" dt="2024-04-24T14:33:07.359" v="42" actId="2890"/>
        <pc:sldMkLst>
          <pc:docMk/>
          <pc:sldMk cId="344070721" sldId="696"/>
        </pc:sldMkLst>
      </pc:sldChg>
      <pc:sldChg chg="add">
        <pc:chgData name="יהודה טאוב" userId="80c2dbd02819b45c" providerId="LiveId" clId="{20750B41-F492-45DF-83EF-54847387793B}" dt="2024-04-24T14:33:07.376" v="43" actId="2890"/>
        <pc:sldMkLst>
          <pc:docMk/>
          <pc:sldMk cId="3431899221" sldId="697"/>
        </pc:sldMkLst>
      </pc:sldChg>
      <pc:sldChg chg="add">
        <pc:chgData name="יהודה טאוב" userId="80c2dbd02819b45c" providerId="LiveId" clId="{20750B41-F492-45DF-83EF-54847387793B}" dt="2024-04-24T14:33:07.407" v="44" actId="2890"/>
        <pc:sldMkLst>
          <pc:docMk/>
          <pc:sldMk cId="484775901" sldId="698"/>
        </pc:sldMkLst>
      </pc:sldChg>
      <pc:sldChg chg="add">
        <pc:chgData name="יהודה טאוב" userId="80c2dbd02819b45c" providerId="LiveId" clId="{20750B41-F492-45DF-83EF-54847387793B}" dt="2024-04-24T14:33:07.444" v="45" actId="2890"/>
        <pc:sldMkLst>
          <pc:docMk/>
          <pc:sldMk cId="3287042119" sldId="699"/>
        </pc:sldMkLst>
      </pc:sldChg>
      <pc:sldChg chg="add">
        <pc:chgData name="יהודה טאוב" userId="80c2dbd02819b45c" providerId="LiveId" clId="{20750B41-F492-45DF-83EF-54847387793B}" dt="2024-04-24T14:33:07.469" v="46" actId="2890"/>
        <pc:sldMkLst>
          <pc:docMk/>
          <pc:sldMk cId="1858094413" sldId="700"/>
        </pc:sldMkLst>
      </pc:sldChg>
      <pc:sldChg chg="add">
        <pc:chgData name="יהודה טאוב" userId="80c2dbd02819b45c" providerId="LiveId" clId="{20750B41-F492-45DF-83EF-54847387793B}" dt="2024-04-24T14:33:07.498" v="47" actId="2890"/>
        <pc:sldMkLst>
          <pc:docMk/>
          <pc:sldMk cId="3098675432" sldId="701"/>
        </pc:sldMkLst>
      </pc:sldChg>
      <pc:sldChg chg="add">
        <pc:chgData name="יהודה טאוב" userId="80c2dbd02819b45c" providerId="LiveId" clId="{20750B41-F492-45DF-83EF-54847387793B}" dt="2024-04-24T14:33:07.543" v="48" actId="2890"/>
        <pc:sldMkLst>
          <pc:docMk/>
          <pc:sldMk cId="2315735507" sldId="70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4025636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1"/>
          <a:lstStyle>
            <a:lvl1pPr algn="r">
              <a:defRPr sz="13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645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1"/>
          <a:lstStyle>
            <a:lvl1pPr algn="l">
              <a:defRPr sz="1300"/>
            </a:lvl1pPr>
          </a:lstStyle>
          <a:p>
            <a:fld id="{53696908-CC0D-4DBE-98DC-FF28DB2C93FD}" type="datetimeFigureOut">
              <a:rPr lang="he-IL" smtClean="0"/>
              <a:t>ט"ז/ניסן/תשפ"ד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4025636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1" anchor="b"/>
          <a:lstStyle>
            <a:lvl1pPr algn="r">
              <a:defRPr sz="13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645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1" anchor="b"/>
          <a:lstStyle>
            <a:lvl1pPr algn="l">
              <a:defRPr sz="1300"/>
            </a:lvl1pPr>
          </a:lstStyle>
          <a:p>
            <a:fld id="{B716F668-B98A-4618-9AE0-3AE55521A9B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81634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BC6A-861F-4B5D-BFB8-1A71BA180126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478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92364"/>
            <a:ext cx="9196339" cy="1366981"/>
          </a:xfrm>
        </p:spPr>
        <p:txBody>
          <a:bodyPr/>
          <a:lstStyle>
            <a:lvl1pPr algn="ctr">
              <a:defRPr/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018" y="1634837"/>
            <a:ext cx="9698182" cy="5116946"/>
          </a:xfrm>
        </p:spPr>
        <p:txBody>
          <a:bodyPr/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06947-3488-462B-8BC3-09206CB53249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422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4EB35-B236-4E3F-8928-C6A475C463FC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778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3AD25-B023-48C2-BD78-0D010D23FAF8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664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90A92-5E58-4155-B391-780D35713D2C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382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>
            <a:lvl1pPr>
              <a:defRPr lang="en-US" sz="4000" b="1" kern="1200" dirty="0">
                <a:solidFill>
                  <a:schemeClr val="accent1">
                    <a:lumMod val="75000"/>
                  </a:schemeClr>
                </a:solidFill>
                <a:effectLst>
                  <a:glow rad="520700">
                    <a:schemeClr val="accent6">
                      <a:satMod val="175000"/>
                      <a:alpha val="40000"/>
                    </a:schemeClr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56A87-6039-42BD-A5F0-F5A391031D1F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059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C25A-985E-414E-ACA5-924DEBB395A2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044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B3F1-066E-4662-9E3C-EDCE9654367A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447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F192F-68AE-4E32-86A2-1747E239F49F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049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24B26-F355-4974-9B23-F94DF3B81B21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310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93A31-C52F-432F-A7B9-5BDC5EF66FDC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0769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60F6B-7A19-46EF-BD97-BD28A89006E2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08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1F12-1533-42CB-B6C4-6B97A8523DA4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760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נכון או לא נכו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79D34-FE56-4DD4-A8F3-04F534943CB8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2082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E8368-43B4-4B91-B111-961839FA92A2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458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6F57D-2B75-4FB0-9F5A-8114A78F654C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1096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C11469E-0B9D-C391-ADC5-356D93215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B61D283A-C03E-91E8-E3A2-0D7492DA1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A70FA75-B182-702E-CF2C-C55BB7D96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47C1C-2021-4B23-806C-985B3F845590}" type="datetime1">
              <a:rPr lang="en-US" smtClean="0"/>
              <a:t>4/24/2024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718E05D-272D-006F-10B4-8B5EAA97B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6927E22-0B3F-F169-596E-68063D0B8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A20A1-E7C3-450A-A92A-ECBF97E20AE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787283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432164B-D9D3-6ECD-1961-3C3A57CF3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1B8E19C-089C-6E4D-C920-A94DC77B1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96C6DD6-F22C-A3E7-6242-F5A6BA632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DEFD5-F20E-495B-B5E3-5B81377C6BA2}" type="datetime1">
              <a:rPr lang="en-US" smtClean="0"/>
              <a:t>4/24/2024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C69302A-05F8-A953-B962-3D67FCE88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D4C6354-816D-E58C-9A79-F21431AA9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A20A1-E7C3-450A-A92A-ECBF97E20AE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959683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E868606-5848-0F81-B52E-AB66D7612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36061B4-1713-D0A1-5D10-FCD592237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B7CC049-49F6-EB0D-9959-18EC25C87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C5053-0EA9-4CC7-BD15-41B06FA6B110}" type="datetime1">
              <a:rPr lang="en-US" smtClean="0"/>
              <a:t>4/24/2024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0C39FE3-4017-CE27-9FF6-AB3783334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A4A8C3D-7499-EBEF-5CD2-4979FCEF5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A20A1-E7C3-450A-A92A-ECBF97E20AE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812931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AFA5F8-4379-5FD4-FAE8-FB0E15C3B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C61B3B4-C0CB-1F6E-2546-4294420EF1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C3CD186-5C93-49CF-4804-C8F1DEFD2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1B4BE78-4C1C-9685-08A3-B2180BEDF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899B6-D91B-4EC9-B0AD-3E3B69D5A335}" type="datetime1">
              <a:rPr lang="en-US" smtClean="0"/>
              <a:t>4/24/2024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B87F7FC-9F7F-B9FC-0255-10720DE28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4EB1F99-4514-1A82-0952-9712FD3B0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A20A1-E7C3-450A-A92A-ECBF97E20AE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971907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0D7C88F-0547-5527-8536-A5500E58B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F84230A-02F5-1D34-C374-39B8FB09E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B51B194-4A57-97F7-C657-AA6D4729E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17B71B69-A666-B1DA-98BF-32FFD03E6D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543D2BB1-D892-B4A9-735D-A2E425E473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E6E079B2-A8A0-F3CB-61FC-E43A7805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3C009-0E8D-468F-97B5-7F7B5156EC9E}" type="datetime1">
              <a:rPr lang="en-US" smtClean="0"/>
              <a:t>4/24/2024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03EE9D25-DF77-3B12-68BB-2D795B9FB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792983B7-54B1-5A54-DF9E-DF87FF5F8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A20A1-E7C3-450A-A92A-ECBF97E20AE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45377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D3000BB-F139-34AD-A9AC-A3A84CBC9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56336238-D7B9-D3A7-5BAE-BBB8AC97B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CF42C-DC9D-4D08-873F-60B66C2E0BA6}" type="datetime1">
              <a:rPr lang="en-US" smtClean="0"/>
              <a:t>4/24/2024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694EBBA-1905-117C-4FFB-1B86F61C4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2F78732-1767-F2D9-66E1-C0008BE1A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A20A1-E7C3-450A-A92A-ECBF97E20AE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021491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5927657B-403E-4F3F-D5A2-1ACB1729B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54B54-34DA-4981-B1DB-5A744A0FAF55}" type="datetime1">
              <a:rPr lang="en-US" smtClean="0"/>
              <a:t>4/24/2024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5E2B8DDB-FC2E-AF18-6FA5-29B75D969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12832E7-1A21-BB3A-BCC7-98D43B8E4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A20A1-E7C3-450A-A92A-ECBF97E20AE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03389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8C728A-F05A-DDD1-D146-DD98ADCCE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8DCAE8B-7895-E007-086D-D61C27886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4E9E5849-385A-7D02-F562-64C777965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A022BCE-8614-CEBC-595C-927346920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D723C-1D2B-4D9A-B420-F6F8F5B7E6B3}" type="datetime1">
              <a:rPr lang="en-US" smtClean="0"/>
              <a:t>4/24/2024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0031E75-56CD-0C45-1262-E80BF5241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E8E9F45-1864-4D90-C7ED-AD0AF5C6E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A20A1-E7C3-450A-A92A-ECBF97E20AE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356258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1BCEE51-CB55-DEAA-1E26-6C956B563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6D96F67C-1368-CCBB-A1C0-60894F503C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A525592-4871-6090-CD78-E6B3827A6E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60C4293-93B8-F7FC-EE0A-4CFE82540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433D2-24E7-4E92-BF29-EA2CD3585625}" type="datetime1">
              <a:rPr lang="en-US" smtClean="0"/>
              <a:t>4/24/2024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73B907F-AB41-EA1A-67FB-723530889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FDC2BEF-4C03-518D-6B58-6B74917FF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A20A1-E7C3-450A-A92A-ECBF97E20AE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869486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9F8437E-A8C0-7DA6-C01F-5FC8C1767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D90125D7-9739-0D3D-0B9D-F5E27E693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6634518-6836-6478-4142-B7D73BD5D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39634-CAF6-454B-A5F6-0A3E0C2C14ED}" type="datetime1">
              <a:rPr lang="en-US" smtClean="0"/>
              <a:t>4/24/2024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EA62F5A-48F4-80BA-1E4D-2FAC9E1B6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97646FC-5195-FA13-2F5C-15DFAFA04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A20A1-E7C3-450A-A92A-ECBF97E20AE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164738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3EF45CAB-F659-EF49-307F-09EF586766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AB4C199D-4D72-7099-86FA-FE8DABBA6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E048242-683A-FC31-644B-01702B58C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AC3A5-A0E5-419C-A709-726CE2975690}" type="datetime1">
              <a:rPr lang="en-US" smtClean="0"/>
              <a:t>4/24/2024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E2B53F6-98A0-73E6-6EAA-5919A8D10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4D11059-A898-694C-D876-81757C72B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A20A1-E7C3-450A-A92A-ECBF97E20AE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261338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78C5F-7D85-43B2-8321-40D812FCEF32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1890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0"/>
            <a:ext cx="9556557" cy="905164"/>
          </a:xfrm>
        </p:spPr>
        <p:txBody>
          <a:bodyPr/>
          <a:lstStyle>
            <a:lvl1pPr algn="ctr">
              <a:defRPr/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017" y="942109"/>
            <a:ext cx="10132291" cy="5915891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74E98-50DB-43A2-BDC1-3CF1DD81D0D4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9694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67544-A500-4E8F-BAAC-51BB6AA2F7E7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308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605C-9FB7-42F7-96E3-3AA76B6C3CB5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9620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E2F49-6304-4A8D-831E-47B1F5044111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2604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>
            <a:lvl1pPr>
              <a:defRPr lang="en-US" sz="4000" b="1" kern="1200" dirty="0">
                <a:solidFill>
                  <a:schemeClr val="accent1">
                    <a:lumMod val="75000"/>
                  </a:schemeClr>
                </a:solidFill>
                <a:effectLst>
                  <a:glow rad="520700">
                    <a:schemeClr val="accent6">
                      <a:satMod val="175000"/>
                      <a:alpha val="40000"/>
                    </a:schemeClr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DC07E-B2BD-4ABB-8388-CA8E2C324679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5113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9B581-265B-4A18-9254-B39E06641D14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213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951A1-B50C-4CDA-872A-DBC6A655C511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50387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D09D4-FFAD-4E0F-983D-5BB5A87D1932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618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7506B-30E3-4E2C-8FE1-54DECA2B2646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7479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1347E-1077-4C9C-B2E1-D37513F56420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5006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1C6F-BC3D-46BA-9FE6-C6C68A845FF0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9235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6198-434F-4CE4-A28F-F2A7562FC1CC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768294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נכון או לא נכו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5F20F-65BD-40D3-B4D6-D682CBCD2C4F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0506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97C7-7809-4CF9-AD3C-FD803FCF1802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0323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59A5-2041-4DD9-BE69-D1C719121036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1028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E4DCE-FC9E-4F39-B09B-5503023D7717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63409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0A7B5-9872-4D8A-8EA6-F6DEB07F2A1F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74274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23FCB-38C6-4AB2-AB45-18D003BF6189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52576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5E851-C0FC-42AB-8560-CB37E5A4CDD5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9683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898F9-0F45-4DA8-800A-BB495D76C635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21653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>
            <a:lvl1pPr>
              <a:defRPr lang="en-US" sz="4000" b="1" kern="1200" dirty="0">
                <a:solidFill>
                  <a:schemeClr val="accent1">
                    <a:lumMod val="75000"/>
                  </a:schemeClr>
                </a:solidFill>
                <a:effectLst>
                  <a:glow rad="520700">
                    <a:schemeClr val="accent6">
                      <a:satMod val="175000"/>
                      <a:alpha val="40000"/>
                    </a:schemeClr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40072-44B1-4868-8B14-79275345688D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37533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1D7B-0052-46A6-88CA-9C0D4EBD3DEA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46873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542FA-95DE-48A2-9D6B-C4E0B8D7AD04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37024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F6799-0909-46C7-A6E1-70E24C8DD0D8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32242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D55B2-F5F9-413A-8547-7E578903A918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55417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68DF9-79AF-4F77-BDF2-C1389A780D92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39538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3A3CA-E95C-4500-95E4-46900DBA5C93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60530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A1F3C-7A90-4C8A-B4CF-3C1F06B4C015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894210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נכון או לא נכו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27C96-CA02-4EAD-9E29-6E6AFCBE8A40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873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9499-B8CD-42EF-84AE-18776F6680F8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48721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F458-0B7E-47EF-B8C1-98F94E4C5E8B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37046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41A3-0E2D-4CD6-8E23-DC7D1E3CFB4A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86832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CC76B-104F-4F1B-9A2A-574AE815012D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95759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57C10-E354-4CB5-9311-BD03FD409E3F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82027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87A84-36A1-4FCB-ADA0-482FF81C021A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50252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118EA-D3CA-4345-B468-FA805A9E561E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52210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>
            <a:lvl1pPr>
              <a:defRPr lang="en-US" sz="4000" b="1" kern="1200" dirty="0">
                <a:solidFill>
                  <a:schemeClr val="accent1">
                    <a:lumMod val="75000"/>
                  </a:schemeClr>
                </a:solidFill>
                <a:effectLst>
                  <a:glow rad="520700">
                    <a:schemeClr val="accent6">
                      <a:satMod val="175000"/>
                      <a:alpha val="40000"/>
                    </a:schemeClr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39170-29AB-415C-BE13-B7AB843A89F0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06023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E1433-1996-4339-AFE6-B69ADDFB5EA4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6802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8928-0079-45C0-847A-EEF3844AF910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57251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1B82-1A52-4421-8DF4-446B029B92A4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08924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00245-66DB-4CB0-9817-36F86B09D37C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23799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A937-A850-47B8-AD66-B10FAF2362D8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653864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909B-FC2B-4ED3-82BA-494DD894A90F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75311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16D0-866E-4355-98F8-6EC47C52763A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762079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נכון או לא נכו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FD0D0-0FED-4463-AA5C-5E9828B0CA57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22071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759AE-5670-401C-8BC1-0127CB354289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16252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BD98-18A6-449F-BB5E-A9B4B4F2F6D4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311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6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5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59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2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75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7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018" y="2160589"/>
            <a:ext cx="9134764" cy="4591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52846-2DA2-430D-8B42-D5B64B5B9273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9583" y="636140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15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</p:sldLayoutIdLst>
  <p:hf hdr="0" ftr="0" dt="0"/>
  <p:txStyles>
    <p:titleStyle>
      <a:lvl1pPr algn="l" defTabSz="457200" rtl="1" eaLnBrk="1" latinLnBrk="0" hangingPunct="1">
        <a:spcBef>
          <a:spcPct val="0"/>
        </a:spcBef>
        <a:buNone/>
        <a:defRPr lang="en-US" sz="4000" b="1" kern="1200" dirty="0">
          <a:solidFill>
            <a:schemeClr val="accent1">
              <a:lumMod val="75000"/>
            </a:schemeClr>
          </a:solidFill>
          <a:effectLst>
            <a:glow rad="520700">
              <a:schemeClr val="accent6">
                <a:satMod val="175000"/>
                <a:alpha val="40000"/>
              </a:schemeClr>
            </a:glow>
          </a:effectLst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just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1CC2AE80-DFEF-DB98-FA3E-132330AFE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3CB0195-2F07-6649-06A1-3A99AC882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31B0303-251B-6F35-0FB5-49D54564BD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6B7DB-A25B-465D-8C62-3D18A19D811B}" type="datetime1">
              <a:rPr lang="en-US" smtClean="0"/>
              <a:t>4/24/2024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7386175-1E1B-209F-C777-D1A248AAF3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5CBFE87-5A03-B1FB-44B0-285E071BD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A20A1-E7C3-450A-A92A-ECBF97E20AE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62170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556557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017" y="2160589"/>
            <a:ext cx="10132291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C9BE4-C446-4D67-8BC2-48AE757AE8B2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9583" y="636140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393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1" eaLnBrk="1" latinLnBrk="0" hangingPunct="1">
        <a:spcBef>
          <a:spcPct val="0"/>
        </a:spcBef>
        <a:buNone/>
        <a:defRPr lang="en-US" sz="4000" b="1" kern="1200" dirty="0">
          <a:solidFill>
            <a:schemeClr val="accent1">
              <a:lumMod val="75000"/>
            </a:schemeClr>
          </a:solidFill>
          <a:effectLst>
            <a:glow rad="520700">
              <a:schemeClr val="accent6">
                <a:satMod val="175000"/>
                <a:alpha val="40000"/>
              </a:schemeClr>
            </a:glow>
          </a:effectLst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018" y="2160589"/>
            <a:ext cx="913476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0AEED-583C-4DAF-906F-A0777C51F511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9583" y="636140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612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hf hdr="0" ftr="0" dt="0"/>
  <p:txStyles>
    <p:titleStyle>
      <a:lvl1pPr algn="l" defTabSz="457200" rtl="1" eaLnBrk="1" latinLnBrk="0" hangingPunct="1">
        <a:spcBef>
          <a:spcPct val="0"/>
        </a:spcBef>
        <a:buNone/>
        <a:defRPr lang="en-US" sz="4000" b="1" kern="1200" dirty="0">
          <a:solidFill>
            <a:schemeClr val="accent1">
              <a:lumMod val="75000"/>
            </a:schemeClr>
          </a:solidFill>
          <a:effectLst>
            <a:glow rad="520700">
              <a:schemeClr val="accent6">
                <a:satMod val="175000"/>
                <a:alpha val="40000"/>
              </a:schemeClr>
            </a:glow>
          </a:effectLst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66679-4220-4572-9570-95DED615D442}" type="datetime1">
              <a:rPr lang="en-US" smtClean="0"/>
              <a:t>4/24/2024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9583" y="636140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913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</p:sldLayoutIdLst>
  <p:hf hdr="0" ftr="0" dt="0"/>
  <p:txStyles>
    <p:titleStyle>
      <a:lvl1pPr algn="l" defTabSz="457200" rtl="1" eaLnBrk="1" latinLnBrk="0" hangingPunct="1">
        <a:spcBef>
          <a:spcPct val="0"/>
        </a:spcBef>
        <a:buNone/>
        <a:defRPr lang="en-US" sz="4000" b="1" kern="1200" dirty="0">
          <a:solidFill>
            <a:schemeClr val="accent1">
              <a:lumMod val="75000"/>
            </a:schemeClr>
          </a:solidFill>
          <a:effectLst>
            <a:glow rad="520700">
              <a:schemeClr val="accent6">
                <a:satMod val="175000"/>
                <a:alpha val="40000"/>
              </a:schemeClr>
            </a:glow>
          </a:effectLst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6FF">
            <a:alpha val="4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F2AA11D-C26A-F3CE-D362-D80DA4F55F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 b="1" dirty="0">
              <a:solidFill>
                <a:srgbClr val="FF66FF"/>
              </a:solidFill>
              <a:highlight>
                <a:srgbClr val="FFFF00"/>
              </a:highlight>
            </a:endParaRP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5857CA82-8A9D-728E-ED78-AC34D32E7E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he-IL" sz="3600" dirty="0">
              <a:solidFill>
                <a:srgbClr val="FF66FF"/>
              </a:solidFill>
              <a:highlight>
                <a:srgbClr val="FFFF00"/>
              </a:highligh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466F31F-CFA9-03ED-158E-2827C9BF3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A20A1-E7C3-450A-A92A-ECBF97E20AEA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85444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232"/>
    </mc:Choice>
    <mc:Fallback xmlns="">
      <p:transition spd="slow" advTm="4923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89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0171"/>
    </mc:Choice>
    <mc:Fallback xmlns=""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133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0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683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836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350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713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326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13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537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18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4710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468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864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269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6403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79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038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279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813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6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210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8474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355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70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61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0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899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775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0421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0944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6754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5E004A-7240-C534-9710-CC2159C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BCB363-E023-ECFA-91B1-FC6E0E7B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DFE505-113E-9DA4-DACA-60D5DBE2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735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0171"/>
    </mc:Choice>
    <mc:Fallback>
      <p:transition spd="slow" advTm="69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2_פיאה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פיאה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4.xml><?xml version="1.0" encoding="utf-8"?>
<a:theme xmlns:a="http://schemas.openxmlformats.org/drawingml/2006/main" name="3_פיאה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5.xml><?xml version="1.0" encoding="utf-8"?>
<a:theme xmlns:a="http://schemas.openxmlformats.org/drawingml/2006/main" name="1_פיאה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6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20256</TotalTime>
  <Words>34</Words>
  <Application>Microsoft Office PowerPoint</Application>
  <PresentationFormat>מסך רחב</PresentationFormat>
  <Paragraphs>34</Paragraphs>
  <Slides>34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5</vt:i4>
      </vt:variant>
      <vt:variant>
        <vt:lpstr>כותרות שקופיות</vt:lpstr>
      </vt:variant>
      <vt:variant>
        <vt:i4>34</vt:i4>
      </vt:variant>
    </vt:vector>
  </HeadingPairs>
  <TitlesOfParts>
    <vt:vector size="45" baseType="lpstr">
      <vt:lpstr>Aharoni</vt:lpstr>
      <vt:lpstr>Arial</vt:lpstr>
      <vt:lpstr>Calibri</vt:lpstr>
      <vt:lpstr>Calibri Light</vt:lpstr>
      <vt:lpstr>Trebuchet MS</vt:lpstr>
      <vt:lpstr>Wingdings 3</vt:lpstr>
      <vt:lpstr>2_פיאה</vt:lpstr>
      <vt:lpstr>ערכת נושא Office</vt:lpstr>
      <vt:lpstr>פיאה</vt:lpstr>
      <vt:lpstr>3_פיאה</vt:lpstr>
      <vt:lpstr>1_פיאה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יהודה טאוב</dc:creator>
  <cp:lastModifiedBy>יהודה טאוב</cp:lastModifiedBy>
  <cp:revision>14</cp:revision>
  <cp:lastPrinted>2024-02-26T05:45:50Z</cp:lastPrinted>
  <dcterms:created xsi:type="dcterms:W3CDTF">2024-02-23T09:02:47Z</dcterms:created>
  <dcterms:modified xsi:type="dcterms:W3CDTF">2024-04-24T14:33:11Z</dcterms:modified>
</cp:coreProperties>
</file>